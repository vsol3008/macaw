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13"/>
  </p:notesMasterIdLst>
  <p:sldIdLst>
    <p:sldId id="257" r:id="rId4"/>
    <p:sldId id="330" r:id="rId5"/>
    <p:sldId id="273" r:id="rId6"/>
    <p:sldId id="258" r:id="rId7"/>
    <p:sldId id="264" r:id="rId8"/>
    <p:sldId id="265" r:id="rId9"/>
    <p:sldId id="266" r:id="rId10"/>
    <p:sldId id="267" r:id="rId11"/>
    <p:sldId id="268" r:id="rId12"/>
  </p:sldIdLst>
  <p:sldSz cx="10969625" cy="6170613"/>
  <p:notesSz cx="6858000" cy="9144000"/>
  <p:custDataLst>
    <p:tags r:id="rId14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24.11.2023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 1" descr="bg1_d2_169.png">
            <a:extLst>
              <a:ext uri="{FF2B5EF4-FFF2-40B4-BE49-F238E27FC236}">
                <a16:creationId xmlns:a16="http://schemas.microsoft.com/office/drawing/2014/main" id="{896CC0FD-4256-4167-AE25-A738EE08895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"/>
            <a:ext cx="10970260" cy="617092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173BBCFB-9404-4FBA-9EEC-E8008B6044A2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080" y="259200"/>
            <a:ext cx="987298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10" name="Grafik 3" descr="right_d2.png">
            <a:extLst>
              <a:ext uri="{FF2B5EF4-FFF2-40B4-BE49-F238E27FC236}">
                <a16:creationId xmlns:a16="http://schemas.microsoft.com/office/drawing/2014/main" id="{649683E7-5D3C-46E0-92A4-661F3C29C858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 2" descr="bg2_d2_169.png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"/>
            <a:ext cx="10970260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080" y="259200"/>
            <a:ext cx="987298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7868D6E5-0EC1-4883-8CF9-7E8712A5DE97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145319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ustom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080" y="259200"/>
            <a:ext cx="9872980" cy="5205600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algn="l">
              <a:lnSpc>
                <a:spcPct val="90000"/>
              </a:lnSpc>
              <a:defRPr sz="7999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Pres. Title</a:t>
            </a:r>
          </a:p>
        </p:txBody>
      </p:sp>
      <p:pic>
        <p:nvPicPr>
          <p:cNvPr id="7" name="Grafik 4" descr="logo1_d2.png">
            <a:extLst>
              <a:ext uri="{FF2B5EF4-FFF2-40B4-BE49-F238E27FC236}">
                <a16:creationId xmlns:a16="http://schemas.microsoft.com/office/drawing/2014/main" id="{EFF0EBDE-7B9D-4454-9B44-8763A24EC960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24DBB17F-A4BD-455D-A654-0625D135562B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25928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hapter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080" y="259200"/>
            <a:ext cx="987298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65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1"/>
              <a:t>Add Chapter Title</a:t>
            </a:r>
          </a:p>
        </p:txBody>
      </p:sp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C6E8050-6AB1-433E-A876-5E84688D10B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7" name="Grafik 3" descr="right_d2.png">
            <a:extLst>
              <a:ext uri="{FF2B5EF4-FFF2-40B4-BE49-F238E27FC236}">
                <a16:creationId xmlns:a16="http://schemas.microsoft.com/office/drawing/2014/main" id="{50EF21B3-288B-44C8-B2D9-3FFE25CF4E6C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080" y="259199"/>
            <a:ext cx="987298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1"/>
            </a:lvl1pPr>
          </a:lstStyle>
          <a:p>
            <a:r>
              <a:rPr lang="en-US" noProof="1"/>
              <a:t>“Add Quotation”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855EB1A0-FDAA-4D62-99AE-E08E3E26E93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5" name="Grafik 4" descr="logo1_d2.png">
            <a:extLst>
              <a:ext uri="{FF2B5EF4-FFF2-40B4-BE49-F238E27FC236}">
                <a16:creationId xmlns:a16="http://schemas.microsoft.com/office/drawing/2014/main" id="{6E018BBC-5CA8-4135-B38C-8681A1586972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41778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080" y="259199"/>
            <a:ext cx="9872980" cy="5205600"/>
          </a:xfrm>
        </p:spPr>
        <p:txBody>
          <a:bodyPr anchor="ctr" anchorCtr="0"/>
          <a:lstStyle>
            <a:lvl1pPr>
              <a:lnSpc>
                <a:spcPct val="90000"/>
              </a:lnSpc>
              <a:defRPr sz="4000" i="0"/>
            </a:lvl1pPr>
          </a:lstStyle>
          <a:p>
            <a:r>
              <a:rPr lang="en-US" noProof="1"/>
              <a:t>Add 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7" name="Grafik 3" descr="bottom_d2_169.png"/>
          <p:cNvPicPr>
            <a:picLocks noSel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1" name="Grafik 10" descr="logo2_d2.png">
            <a:extLst>
              <a:ext uri="{FF2B5EF4-FFF2-40B4-BE49-F238E27FC236}">
                <a16:creationId xmlns:a16="http://schemas.microsoft.com/office/drawing/2014/main" id="{77D5F5E1-4827-426B-99FE-8CE2E1270E26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72390B9F-3EB3-4FEE-B4B2-61FC8089007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30F7B7DF-6F0E-4921-B877-3E2AD7D8C29A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323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" hasCustomPrompt="1"/>
          </p:nvPr>
        </p:nvSpPr>
        <p:spPr>
          <a:xfrm>
            <a:off x="3026410" y="1296000"/>
            <a:ext cx="7680960" cy="4168800"/>
          </a:xfrm>
        </p:spPr>
        <p:txBody>
          <a:bodyPr/>
          <a:lstStyle>
            <a:lvl1pPr marL="251982" indent="-251982">
              <a:lnSpc>
                <a:spcPct val="107000"/>
              </a:lnSpc>
              <a:buFont typeface="+mj-lt"/>
              <a:buAutoNum type="arabicPeriod"/>
              <a:defRPr/>
            </a:lvl1pPr>
            <a:lvl2pPr marL="507563" indent="-273580">
              <a:lnSpc>
                <a:spcPct val="103000"/>
              </a:lnSpc>
              <a:buFont typeface="+mj-lt"/>
              <a:buAutoNum type="arabicPeriod"/>
              <a:defRPr/>
            </a:lvl2pPr>
            <a:lvl3pPr marL="730746" indent="-205185">
              <a:lnSpc>
                <a:spcPct val="102000"/>
              </a:lnSpc>
              <a:buFont typeface="+mj-lt"/>
              <a:buAutoNum type="arabicPeriod"/>
              <a:defRPr/>
            </a:lvl3pPr>
            <a:lvl4pPr marL="932331" indent="-183586">
              <a:lnSpc>
                <a:spcPct val="107000"/>
              </a:lnSpc>
              <a:buFont typeface="+mj-lt"/>
              <a:buAutoNum type="arabicPeriod"/>
              <a:defRPr/>
            </a:lvl4pPr>
            <a:lvl5pPr marL="932331" indent="-183586">
              <a:lnSpc>
                <a:spcPct val="103000"/>
              </a:lnSpc>
              <a:buFont typeface="+mj-lt"/>
              <a:buAutoNum type="arabicPeriod"/>
              <a:defRPr/>
            </a:lvl5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Rectangle7" hidden="1"/>
          <p:cNvSpPr>
            <a:spLocks/>
          </p:cNvSpPr>
          <p:nvPr/>
        </p:nvSpPr>
        <p:spPr>
          <a:xfrm>
            <a:off x="9224010" y="259078"/>
            <a:ext cx="1691640" cy="777721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/>
              </a:rPr>
              <a:t>%attachmentremark% </a:t>
            </a:r>
          </a:p>
        </p:txBody>
      </p:sp>
      <p:pic>
        <p:nvPicPr>
          <p:cNvPr id="25" name="Grafik 3" descr="bottom_d2_169.png">
            <a:extLst>
              <a:ext uri="{FF2B5EF4-FFF2-40B4-BE49-F238E27FC236}">
                <a16:creationId xmlns:a16="http://schemas.microsoft.com/office/drawing/2014/main" id="{5924583E-7B93-41AC-AC5B-430C0AD45AC7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90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3" name="Grafik 32" descr="logo2_d2.png">
            <a:extLst>
              <a:ext uri="{FF2B5EF4-FFF2-40B4-BE49-F238E27FC236}">
                <a16:creationId xmlns:a16="http://schemas.microsoft.com/office/drawing/2014/main" id="{48E231CC-E3B9-4D96-AA06-B1CFFA847D96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3EC746CB-10AC-40C9-8647-79D1DEB9F93D}"/>
              </a:ext>
            </a:extLst>
          </p:cNvPr>
          <p:cNvSpPr txBox="1"/>
          <p:nvPr userDrawn="1"/>
        </p:nvSpPr>
        <p:spPr>
          <a:xfrm>
            <a:off x="259080" y="259200"/>
            <a:ext cx="10452100" cy="777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Agenda</a:t>
            </a:r>
          </a:p>
        </p:txBody>
      </p:sp>
      <p:sp>
        <p:nvSpPr>
          <p:cNvPr id="12" name="Rectangle7">
            <a:extLst>
              <a:ext uri="{FF2B5EF4-FFF2-40B4-BE49-F238E27FC236}">
                <a16:creationId xmlns:a16="http://schemas.microsoft.com/office/drawing/2014/main" id="{F0D59F04-5C89-4857-A44C-3D9D9D3D938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3" name="Grafik 4" descr="logo1_d2.png">
            <a:extLst>
              <a:ext uri="{FF2B5EF4-FFF2-40B4-BE49-F238E27FC236}">
                <a16:creationId xmlns:a16="http://schemas.microsoft.com/office/drawing/2014/main" id="{39A24C14-69FA-48C5-9BFC-E264F89C2E76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15" name="sax_Navi" hidden="1">
            <a:extLst>
              <a:ext uri="{FF2B5EF4-FFF2-40B4-BE49-F238E27FC236}">
                <a16:creationId xmlns:a16="http://schemas.microsoft.com/office/drawing/2014/main" id="{BF4D6A7D-0D00-4CD2-8C6E-AC37B27B6B97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7" name="sax_Navi_Eintrag" hidden="1">
            <a:extLst>
              <a:ext uri="{FF2B5EF4-FFF2-40B4-BE49-F238E27FC236}">
                <a16:creationId xmlns:a16="http://schemas.microsoft.com/office/drawing/2014/main" id="{E826C7DA-EE85-4516-A00A-7A45FFE8F434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18" name="sax_Navi_Eintrag" hidden="1">
            <a:extLst>
              <a:ext uri="{FF2B5EF4-FFF2-40B4-BE49-F238E27FC236}">
                <a16:creationId xmlns:a16="http://schemas.microsoft.com/office/drawing/2014/main" id="{43FC3716-55E2-4787-B9A9-7549CE716F60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19" name="sax_Navi_Eintrag" hidden="1">
            <a:extLst>
              <a:ext uri="{FF2B5EF4-FFF2-40B4-BE49-F238E27FC236}">
                <a16:creationId xmlns:a16="http://schemas.microsoft.com/office/drawing/2014/main" id="{1D89A754-1427-4B93-89DE-2EDF83EAB0B6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0" name="sax_Navi_Eintrag" hidden="1">
            <a:extLst>
              <a:ext uri="{FF2B5EF4-FFF2-40B4-BE49-F238E27FC236}">
                <a16:creationId xmlns:a16="http://schemas.microsoft.com/office/drawing/2014/main" id="{7F696E3D-5CD7-4180-AB25-E1E4244FD38E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1" name="sax_Navi_Eintrag" hidden="1">
            <a:extLst>
              <a:ext uri="{FF2B5EF4-FFF2-40B4-BE49-F238E27FC236}">
                <a16:creationId xmlns:a16="http://schemas.microsoft.com/office/drawing/2014/main" id="{89FC2153-E2CE-4025-B422-78C37A9BAB8B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2" name="sax_Navi_Eintrag" hidden="1">
            <a:extLst>
              <a:ext uri="{FF2B5EF4-FFF2-40B4-BE49-F238E27FC236}">
                <a16:creationId xmlns:a16="http://schemas.microsoft.com/office/drawing/2014/main" id="{E8583586-DEA3-4135-9058-DD28592E80B2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3" name="sax_Navi_Eintrag" hidden="1">
            <a:extLst>
              <a:ext uri="{FF2B5EF4-FFF2-40B4-BE49-F238E27FC236}">
                <a16:creationId xmlns:a16="http://schemas.microsoft.com/office/drawing/2014/main" id="{6C822C3A-87E2-4A89-847A-0CFE21821B09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4" name="sax_Navi_Eintrag" hidden="1">
            <a:extLst>
              <a:ext uri="{FF2B5EF4-FFF2-40B4-BE49-F238E27FC236}">
                <a16:creationId xmlns:a16="http://schemas.microsoft.com/office/drawing/2014/main" id="{12A53DDA-3BE2-4C23-9E9F-FC5ED4083758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6" name="sax_Navi_Eintrag" hidden="1">
            <a:extLst>
              <a:ext uri="{FF2B5EF4-FFF2-40B4-BE49-F238E27FC236}">
                <a16:creationId xmlns:a16="http://schemas.microsoft.com/office/drawing/2014/main" id="{9F6E4214-675D-4F0B-8892-E11B7B38E5C2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7" name="sax_Navi_Eintrag" hidden="1">
            <a:extLst>
              <a:ext uri="{FF2B5EF4-FFF2-40B4-BE49-F238E27FC236}">
                <a16:creationId xmlns:a16="http://schemas.microsoft.com/office/drawing/2014/main" id="{68F8F9F9-DB2F-4FBF-AB6B-62A1E428CA5A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8" name="sax_Navi_Eintrag" hidden="1">
            <a:extLst>
              <a:ext uri="{FF2B5EF4-FFF2-40B4-BE49-F238E27FC236}">
                <a16:creationId xmlns:a16="http://schemas.microsoft.com/office/drawing/2014/main" id="{AD4D0A0D-A318-4770-9D84-2DCBAA03EE12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29" name="sax_Navi_Eintrag" hidden="1">
            <a:extLst>
              <a:ext uri="{FF2B5EF4-FFF2-40B4-BE49-F238E27FC236}">
                <a16:creationId xmlns:a16="http://schemas.microsoft.com/office/drawing/2014/main" id="{76893DE0-763A-4646-A3C4-0D19CD0427F0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0" name="sax_Navi_Eintrag" hidden="1">
            <a:extLst>
              <a:ext uri="{FF2B5EF4-FFF2-40B4-BE49-F238E27FC236}">
                <a16:creationId xmlns:a16="http://schemas.microsoft.com/office/drawing/2014/main" id="{0FB35DA8-2334-4A34-BD4D-227955B8C49C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1" name="sax_Navi_Eintrag" hidden="1">
            <a:extLst>
              <a:ext uri="{FF2B5EF4-FFF2-40B4-BE49-F238E27FC236}">
                <a16:creationId xmlns:a16="http://schemas.microsoft.com/office/drawing/2014/main" id="{49B2312D-5DB8-46F4-8E55-143A0ACDA203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2" name="sax_Navi_Eintrag" hidden="1">
            <a:extLst>
              <a:ext uri="{FF2B5EF4-FFF2-40B4-BE49-F238E27FC236}">
                <a16:creationId xmlns:a16="http://schemas.microsoft.com/office/drawing/2014/main" id="{555DC552-47C8-463D-95D6-62AFDD0C3BFC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4" name="sax_Navi_Eintrag" hidden="1">
            <a:extLst>
              <a:ext uri="{FF2B5EF4-FFF2-40B4-BE49-F238E27FC236}">
                <a16:creationId xmlns:a16="http://schemas.microsoft.com/office/drawing/2014/main" id="{3A40B972-1993-4AE0-B65D-D3B2593B9216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5" name="sax_Navi_Eintrag" hidden="1">
            <a:extLst>
              <a:ext uri="{FF2B5EF4-FFF2-40B4-BE49-F238E27FC236}">
                <a16:creationId xmlns:a16="http://schemas.microsoft.com/office/drawing/2014/main" id="{3499429B-6834-496B-8DCD-14261A708FFE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F865767E-6BF8-4D66-954D-215103DE21DB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5A6D8C18-42EB-4C7C-9219-27B54E2F3365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03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_title"/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800" kern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9" name="slide_title">
            <a:extLst>
              <a:ext uri="{FF2B5EF4-FFF2-40B4-BE49-F238E27FC236}">
                <a16:creationId xmlns:a16="http://schemas.microsoft.com/office/drawing/2014/main" id="{CE9D89DE-4B7A-4152-8E47-903CAF20AB0B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2" name="sax_Navi" hidden="1">
            <a:extLst>
              <a:ext uri="{FF2B5EF4-FFF2-40B4-BE49-F238E27FC236}">
                <a16:creationId xmlns:a16="http://schemas.microsoft.com/office/drawing/2014/main" id="{079A7423-3C19-40EB-89DF-43B57177B5C8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3" name="sax_Navi_Eintrag" hidden="1">
            <a:extLst>
              <a:ext uri="{FF2B5EF4-FFF2-40B4-BE49-F238E27FC236}">
                <a16:creationId xmlns:a16="http://schemas.microsoft.com/office/drawing/2014/main" id="{A99E10EC-5312-4B7E-A5BC-879BA9DC51E1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4" name="sax_Navi_Eintrag" hidden="1">
            <a:extLst>
              <a:ext uri="{FF2B5EF4-FFF2-40B4-BE49-F238E27FC236}">
                <a16:creationId xmlns:a16="http://schemas.microsoft.com/office/drawing/2014/main" id="{69489E0B-BCF9-4C0D-9F9A-E9604F94994E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A779CC69-0D88-4368-A15E-4F84DA1B1A3C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6" name="sax_Navi_Eintrag" hidden="1">
            <a:extLst>
              <a:ext uri="{FF2B5EF4-FFF2-40B4-BE49-F238E27FC236}">
                <a16:creationId xmlns:a16="http://schemas.microsoft.com/office/drawing/2014/main" id="{6D0059F0-0830-4571-8695-97E4DE0EB226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7" name="sax_Navi_Eintrag" hidden="1">
            <a:extLst>
              <a:ext uri="{FF2B5EF4-FFF2-40B4-BE49-F238E27FC236}">
                <a16:creationId xmlns:a16="http://schemas.microsoft.com/office/drawing/2014/main" id="{317B406B-B578-493A-A58D-009FFF5E7795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8" name="sax_Navi_Eintrag" hidden="1">
            <a:extLst>
              <a:ext uri="{FF2B5EF4-FFF2-40B4-BE49-F238E27FC236}">
                <a16:creationId xmlns:a16="http://schemas.microsoft.com/office/drawing/2014/main" id="{9BE0C708-D646-4462-9A28-9A8D10934DAA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9" name="sax_Navi_Eintrag" hidden="1">
            <a:extLst>
              <a:ext uri="{FF2B5EF4-FFF2-40B4-BE49-F238E27FC236}">
                <a16:creationId xmlns:a16="http://schemas.microsoft.com/office/drawing/2014/main" id="{4DB16625-FDF1-4D31-8FA5-F4147F8BEEE8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0" name="sax_Navi_Eintrag" hidden="1">
            <a:extLst>
              <a:ext uri="{FF2B5EF4-FFF2-40B4-BE49-F238E27FC236}">
                <a16:creationId xmlns:a16="http://schemas.microsoft.com/office/drawing/2014/main" id="{A62FF384-AE5D-4030-87B2-165AB4A2CE40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1" name="sax_Navi_Eintrag" hidden="1">
            <a:extLst>
              <a:ext uri="{FF2B5EF4-FFF2-40B4-BE49-F238E27FC236}">
                <a16:creationId xmlns:a16="http://schemas.microsoft.com/office/drawing/2014/main" id="{F0BFC9DB-5D33-4F46-8FE6-7E69A8ADF494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F0B8F1D4-92DA-4018-A1F0-64C5BE682431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56095604-7DF2-4C4E-BC3C-F2F2EB03332B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19BED985-DA62-4C74-8604-4EA340FDD8E6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F7DC2D9F-38D4-4169-9737-C679481F253C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CB428D47-7384-436B-A5B6-2FC67A7A0423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9D81D036-F87F-4335-B58C-F45FBB47EDF1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D223B30F-52AC-4072-B1E8-1A6694A23FBC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3A004176-E361-4D36-9660-FA7A9F1AFE2B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F965898B-7C03-406C-88A0-BB84129EA1BC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AF419670-DCED-49EB-9AC8-B738A7E7E137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hapter_title">
            <a:extLst>
              <a:ext uri="{FF2B5EF4-FFF2-40B4-BE49-F238E27FC236}">
                <a16:creationId xmlns:a16="http://schemas.microsoft.com/office/drawing/2014/main" id="{33FCED84-34F3-40A1-AACC-2C46141FAA1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ct val="89000"/>
              </a:lnSpc>
              <a:buNone/>
              <a:defRPr lang="de-DE" sz="2800" kern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5" name="slide_title">
            <a:extLst>
              <a:ext uri="{FF2B5EF4-FFF2-40B4-BE49-F238E27FC236}">
                <a16:creationId xmlns:a16="http://schemas.microsoft.com/office/drawing/2014/main" id="{C0A6F091-52AD-4C0A-8D32-80EE860A9980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8" name="Grafik 3" descr="bottom_d2_169.png">
            <a:extLst>
              <a:ext uri="{FF2B5EF4-FFF2-40B4-BE49-F238E27FC236}">
                <a16:creationId xmlns:a16="http://schemas.microsoft.com/office/drawing/2014/main" id="{EE92306B-89C4-4A4D-81C1-DE629B5A33A0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5" name="Grafik 34" descr="logo2_d2.png">
            <a:extLst>
              <a:ext uri="{FF2B5EF4-FFF2-40B4-BE49-F238E27FC236}">
                <a16:creationId xmlns:a16="http://schemas.microsoft.com/office/drawing/2014/main" id="{4A0BB653-08E0-42FB-832C-B4ECC24A4E72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0" name="Rectangle7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EA45B0BA-5E3B-4D0F-8BE3-B1AAA7A49623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3026410" y="1296000"/>
            <a:ext cx="768096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3" name="sax_Navi" hidden="1">
            <a:extLst>
              <a:ext uri="{FF2B5EF4-FFF2-40B4-BE49-F238E27FC236}">
                <a16:creationId xmlns:a16="http://schemas.microsoft.com/office/drawing/2014/main" id="{C41FF67E-CAC8-4727-BB80-BD3270D0CEF8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4" name="sax_Navi_Eintrag" hidden="1">
            <a:extLst>
              <a:ext uri="{FF2B5EF4-FFF2-40B4-BE49-F238E27FC236}">
                <a16:creationId xmlns:a16="http://schemas.microsoft.com/office/drawing/2014/main" id="{76421E11-FC60-4C9C-86D2-4A7261468EA8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6DDEE8A0-63BD-44FC-A06A-D0B4BC988457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C281F386-EB80-4CD4-A149-0F3105F0F176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0" name="sax_Navi_Eintrag" hidden="1">
            <a:extLst>
              <a:ext uri="{FF2B5EF4-FFF2-40B4-BE49-F238E27FC236}">
                <a16:creationId xmlns:a16="http://schemas.microsoft.com/office/drawing/2014/main" id="{540D3996-4EAD-44F3-88CA-3765C888F6C8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8" name="sax_Navi_Eintrag" hidden="1">
            <a:extLst>
              <a:ext uri="{FF2B5EF4-FFF2-40B4-BE49-F238E27FC236}">
                <a16:creationId xmlns:a16="http://schemas.microsoft.com/office/drawing/2014/main" id="{BB3A8BFD-19BB-4ACB-9DFD-C83149C306C2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9" name="sax_Navi_Eintrag" hidden="1">
            <a:extLst>
              <a:ext uri="{FF2B5EF4-FFF2-40B4-BE49-F238E27FC236}">
                <a16:creationId xmlns:a16="http://schemas.microsoft.com/office/drawing/2014/main" id="{BFD0FEFA-47E9-42EF-9096-431C0A1EA6FB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0" name="sax_Navi_Eintrag" hidden="1">
            <a:extLst>
              <a:ext uri="{FF2B5EF4-FFF2-40B4-BE49-F238E27FC236}">
                <a16:creationId xmlns:a16="http://schemas.microsoft.com/office/drawing/2014/main" id="{17C5D3A3-DDDA-47F6-B2EC-9C8DD04B5C61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1" name="sax_Navi_Eintrag" hidden="1">
            <a:extLst>
              <a:ext uri="{FF2B5EF4-FFF2-40B4-BE49-F238E27FC236}">
                <a16:creationId xmlns:a16="http://schemas.microsoft.com/office/drawing/2014/main" id="{2967D591-C383-4FD4-A22C-F9AFB16E557D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AE459D08-B2FF-44E8-A973-63417C3C5BA5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F3D9BD4C-A1E3-4645-AC5B-F13F80C23E9E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CBFBF587-5F0D-4B91-AB1A-CE4F3D43676C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F6E16E15-577E-47ED-873F-12CA8370E4E5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4BFC3A4F-B567-401D-AD70-CDA4F62914A1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0C2C9AFA-C99E-4728-ABDB-78C03AC2CB37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EE8ADB0A-D432-4E50-8577-0BE53110BD4D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04D7CD64-BC8E-4E61-A1E7-44F843383F6E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2B59C9DF-D697-45D6-BA5F-8572612A9719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4A22ACBF-62A4-415E-BB1E-5973E736AD30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D685A7C2-37C9-4D02-97E9-4351D662DCCE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hapter_title">
            <a:extLst>
              <a:ext uri="{FF2B5EF4-FFF2-40B4-BE49-F238E27FC236}">
                <a16:creationId xmlns:a16="http://schemas.microsoft.com/office/drawing/2014/main" id="{D33D57B9-D1BF-429C-A05C-2E6EE4CCE93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F65834A0-7F38-430B-B142-0F15EEF33EA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364617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7061200" y="1295999"/>
            <a:ext cx="364617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AD1AA2B6-6C2F-4A14-9E4C-FB86A10EF6B2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4" name="sax_Navi" hidden="1">
            <a:extLst>
              <a:ext uri="{FF2B5EF4-FFF2-40B4-BE49-F238E27FC236}">
                <a16:creationId xmlns:a16="http://schemas.microsoft.com/office/drawing/2014/main" id="{EE1CD1D2-A269-4D17-9345-B883DA4F9778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5" name="sax_Navi_Eintrag" hidden="1">
            <a:extLst>
              <a:ext uri="{FF2B5EF4-FFF2-40B4-BE49-F238E27FC236}">
                <a16:creationId xmlns:a16="http://schemas.microsoft.com/office/drawing/2014/main" id="{ECB7F7D6-AB77-4B5A-81FB-07661EA75249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CD87E362-13C5-485A-A39C-4E159774DC9A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3D48A9AE-B194-4C3E-9A83-FE96255DA2DE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F3DD377F-779F-493A-BB24-6DE8FA1B576D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22194CE3-8DEB-4592-B171-DB9EE51C90CE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2" name="sax_Navi_Eintrag" hidden="1">
            <a:extLst>
              <a:ext uri="{FF2B5EF4-FFF2-40B4-BE49-F238E27FC236}">
                <a16:creationId xmlns:a16="http://schemas.microsoft.com/office/drawing/2014/main" id="{E1DC0DD0-A41B-4539-AF35-6F7FE5805FB2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0" name="sax_Navi_Eintrag" hidden="1">
            <a:extLst>
              <a:ext uri="{FF2B5EF4-FFF2-40B4-BE49-F238E27FC236}">
                <a16:creationId xmlns:a16="http://schemas.microsoft.com/office/drawing/2014/main" id="{B42BEB7F-1527-46B3-992E-73297186C1EF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1" name="sax_Navi_Eintrag" hidden="1">
            <a:extLst>
              <a:ext uri="{FF2B5EF4-FFF2-40B4-BE49-F238E27FC236}">
                <a16:creationId xmlns:a16="http://schemas.microsoft.com/office/drawing/2014/main" id="{F960F798-FA6E-4044-B626-21F8337840EA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5D2A8288-0A85-4019-AE3E-6613F7EE938E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9275D73A-0023-4752-87D0-C700773AC0ED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A012ED0C-BD68-4CFF-8ED6-BBD53E87B3C5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31989C78-81EA-4ADE-838B-9000C233730A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BED8D5B7-0B5E-4BDF-B060-6EC2E0309075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0437125E-1169-41DB-BDF9-8FF764560D0B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A96525C9-2F09-4256-A43F-269646E5D4E3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EE64E526-BCFB-4BE3-9908-79718A3B391E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3B0DC6BF-5ED6-4690-BACB-5F78D1632F26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073ACBF5-2A05-4D15-BD73-06F15A3C2E31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6322FFCB-0E4D-4456-A103-B4F5D0786D7C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pos="4205" userDrawn="1">
          <p15:clr>
            <a:srgbClr val="FBAE40"/>
          </p15:clr>
        </p15:guide>
        <p15:guide id="10" pos="444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hapter_title">
            <a:extLst>
              <a:ext uri="{FF2B5EF4-FFF2-40B4-BE49-F238E27FC236}">
                <a16:creationId xmlns:a16="http://schemas.microsoft.com/office/drawing/2014/main" id="{A7BE0FAA-A17B-47B4-AEDD-2FACA472011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8" name="slide_title">
            <a:extLst>
              <a:ext uri="{FF2B5EF4-FFF2-40B4-BE49-F238E27FC236}">
                <a16:creationId xmlns:a16="http://schemas.microsoft.com/office/drawing/2014/main" id="{8466D3B3-E7C3-4CBE-9A38-5FE8BF51AAEA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235585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8380730" y="1295999"/>
            <a:ext cx="235585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2646ABA5-1E42-496E-B88F-BEBEC4B2C7B6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A9AAC15-C2E5-4D68-B499-7D3FC8760D94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703570" y="1296000"/>
            <a:ext cx="2355850" cy="416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Rectangle7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853C9362-E049-4C5A-93EB-CA7DB346BCAC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5" name="sax_Navi" hidden="1">
            <a:extLst>
              <a:ext uri="{FF2B5EF4-FFF2-40B4-BE49-F238E27FC236}">
                <a16:creationId xmlns:a16="http://schemas.microsoft.com/office/drawing/2014/main" id="{11BF16AD-3A56-4BE9-9201-E3C0E9D1FC4B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808194B6-3351-4718-94ED-8C9A9A83DA8A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5B002302-3899-4590-AD28-450054AB26C3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650B8C5A-B889-4F74-8FAA-435125BEC7E0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F34CA88C-1EE6-43C3-9465-9639490E648D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0" name="sax_Navi_Eintrag" hidden="1">
            <a:extLst>
              <a:ext uri="{FF2B5EF4-FFF2-40B4-BE49-F238E27FC236}">
                <a16:creationId xmlns:a16="http://schemas.microsoft.com/office/drawing/2014/main" id="{F93A6A04-0C60-484C-B619-0F76CFC71408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3" name="sax_Navi_Eintrag" hidden="1">
            <a:extLst>
              <a:ext uri="{FF2B5EF4-FFF2-40B4-BE49-F238E27FC236}">
                <a16:creationId xmlns:a16="http://schemas.microsoft.com/office/drawing/2014/main" id="{C6938CFA-864C-42FA-B04A-264117C5C778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158E767B-589F-4502-8488-E77983142B15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3A208347-B003-4509-86CC-473D558BDFCE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0C4197C9-03CF-4483-AA00-45FB71878CAC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45D7F263-2837-45AC-9D23-F82EDAA37E0C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06DEC1F5-AB86-4441-80A3-60C49ADDE3F7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D03DF03A-D43E-483E-8D8E-ACF8735395B2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B8192672-45C4-4901-940D-F63DAD17B05E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F344E566-2C77-4038-8DE2-A9A0F11822E7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3CB24553-716C-43D1-A5FF-44DFDF553D1B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D304706D-8EB7-43F1-8EAF-6CBC18066B08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6F4D9D9B-04CE-4BDE-9A11-9234EABCD196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3" name="sax_Navi_Eintrag" hidden="1">
            <a:extLst>
              <a:ext uri="{FF2B5EF4-FFF2-40B4-BE49-F238E27FC236}">
                <a16:creationId xmlns:a16="http://schemas.microsoft.com/office/drawing/2014/main" id="{8167C00F-53A3-42F6-8816-A5478E464DBF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4" name="sax_Navi_Eintrag" hidden="1">
            <a:extLst>
              <a:ext uri="{FF2B5EF4-FFF2-40B4-BE49-F238E27FC236}">
                <a16:creationId xmlns:a16="http://schemas.microsoft.com/office/drawing/2014/main" id="{C8844AAE-E096-4196-AD0A-E1402F70D653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pos="3392" userDrawn="1">
          <p15:clr>
            <a:srgbClr val="FBAE40"/>
          </p15:clr>
        </p15:guide>
        <p15:guide id="10" pos="3593" userDrawn="1">
          <p15:clr>
            <a:srgbClr val="FBAE40"/>
          </p15:clr>
        </p15:guide>
        <p15:guide id="11" pos="5078" userDrawn="1">
          <p15:clr>
            <a:srgbClr val="FBAE40"/>
          </p15:clr>
        </p15:guide>
        <p15:guide id="12" pos="527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pter_title">
            <a:extLst>
              <a:ext uri="{FF2B5EF4-FFF2-40B4-BE49-F238E27FC236}">
                <a16:creationId xmlns:a16="http://schemas.microsoft.com/office/drawing/2014/main" id="{54A08D7F-0189-43B8-B1B5-985B40CA1DE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DF7F8884-B1F7-469D-8614-E93F2AA1E3DD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5399"/>
            <a:ext cx="171323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004050" y="1295399"/>
            <a:ext cx="171323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015230" y="1295400"/>
            <a:ext cx="171323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4" hasCustomPrompt="1"/>
          </p:nvPr>
        </p:nvSpPr>
        <p:spPr>
          <a:xfrm>
            <a:off x="8992870" y="1295400"/>
            <a:ext cx="1713230" cy="41681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A3C6D0D9-04AD-43FA-8B6F-53255648BE83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A5FC486E-34C4-4DFC-9640-0742E0B83B94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7" name="Grafik 4" descr="logo1_d2.png">
            <a:extLst>
              <a:ext uri="{FF2B5EF4-FFF2-40B4-BE49-F238E27FC236}">
                <a16:creationId xmlns:a16="http://schemas.microsoft.com/office/drawing/2014/main" id="{2F5D5F7F-9AC3-4C8C-9378-5DCB41FEB94B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6" name="sax_Navi" hidden="1">
            <a:extLst>
              <a:ext uri="{FF2B5EF4-FFF2-40B4-BE49-F238E27FC236}">
                <a16:creationId xmlns:a16="http://schemas.microsoft.com/office/drawing/2014/main" id="{DB2D4B67-8F36-45C4-999F-7640B105DF40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7773499D-ABA7-4AC1-AA2A-ED8C25940CA1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C3B4996F-80BE-4696-BF30-D122A1832AC6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D1C2CDF6-33F7-48EB-B1AB-71DE3836B0E8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0" name="sax_Navi_Eintrag" hidden="1">
            <a:extLst>
              <a:ext uri="{FF2B5EF4-FFF2-40B4-BE49-F238E27FC236}">
                <a16:creationId xmlns:a16="http://schemas.microsoft.com/office/drawing/2014/main" id="{E96FF4B7-1AAC-4BCB-958D-ABE9308E8E23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1" name="sax_Navi_Eintrag" hidden="1">
            <a:extLst>
              <a:ext uri="{FF2B5EF4-FFF2-40B4-BE49-F238E27FC236}">
                <a16:creationId xmlns:a16="http://schemas.microsoft.com/office/drawing/2014/main" id="{07BD18C1-4577-460B-A500-408547C27FC3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4" name="sax_Navi_Eintrag" hidden="1">
            <a:extLst>
              <a:ext uri="{FF2B5EF4-FFF2-40B4-BE49-F238E27FC236}">
                <a16:creationId xmlns:a16="http://schemas.microsoft.com/office/drawing/2014/main" id="{BD501318-4248-464E-A7B8-B51DB514C5CD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0BBE79CF-94DF-49AA-9889-F5B82327967E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48E744C1-E8F1-4CB1-A89B-8605319E2B78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549FA788-BCD5-4617-997A-E4B2EEA74F34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3D2A9D05-0B40-4F34-A9F9-2F2072196B88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AA57894A-BC5B-4919-B6E4-D1A18B1078AC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7C50E303-A3BF-4F5D-89C2-0792280DE1AF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62E8F24F-C827-4B4F-8A1E-C036B1EC0F22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F5AB1383-92D4-44DE-BA54-C2461C82B6A6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CFD4E920-15DD-4E13-82D3-F1E8CFC198E8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A412DD94-0D3A-47D2-9418-D643BF376A5B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BCE9CF29-FAD9-4D07-BEE4-65513B814D02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3" name="sax_Navi_Eintrag" hidden="1">
            <a:extLst>
              <a:ext uri="{FF2B5EF4-FFF2-40B4-BE49-F238E27FC236}">
                <a16:creationId xmlns:a16="http://schemas.microsoft.com/office/drawing/2014/main" id="{27910DD3-5738-4193-B7E8-023E23835B17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4" name="sax_Navi_Eintrag" hidden="1">
            <a:extLst>
              <a:ext uri="{FF2B5EF4-FFF2-40B4-BE49-F238E27FC236}">
                <a16:creationId xmlns:a16="http://schemas.microsoft.com/office/drawing/2014/main" id="{923B749E-BAD4-4088-A436-02456CEB7C8B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pos="2979" userDrawn="1">
          <p15:clr>
            <a:srgbClr val="FBAE40"/>
          </p15:clr>
        </p15:guide>
        <p15:guide id="10" pos="3160" userDrawn="1">
          <p15:clr>
            <a:srgbClr val="FBAE40"/>
          </p15:clr>
        </p15:guide>
        <p15:guide id="11" pos="4239" userDrawn="1">
          <p15:clr>
            <a:srgbClr val="FBAE40"/>
          </p15:clr>
        </p15:guide>
        <p15:guide id="12" pos="4412" userDrawn="1">
          <p15:clr>
            <a:srgbClr val="FBAE40"/>
          </p15:clr>
        </p15:guide>
        <p15:guide id="13" pos="5492" userDrawn="1">
          <p15:clr>
            <a:srgbClr val="FBAE40"/>
          </p15:clr>
        </p15:guide>
        <p15:guide id="14" pos="566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hapter_title">
            <a:extLst>
              <a:ext uri="{FF2B5EF4-FFF2-40B4-BE49-F238E27FC236}">
                <a16:creationId xmlns:a16="http://schemas.microsoft.com/office/drawing/2014/main" id="{E455553B-0F79-436E-85C6-4C85581AEF8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7" name="slide_title">
            <a:extLst>
              <a:ext uri="{FF2B5EF4-FFF2-40B4-BE49-F238E27FC236}">
                <a16:creationId xmlns:a16="http://schemas.microsoft.com/office/drawing/2014/main" id="{9F6D022B-DEE5-4AD2-8799-00321036FE87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768096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026410" y="3445201"/>
            <a:ext cx="768096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29" name="Grafik 3" descr="bottom_d2_169.png">
            <a:extLst>
              <a:ext uri="{FF2B5EF4-FFF2-40B4-BE49-F238E27FC236}">
                <a16:creationId xmlns:a16="http://schemas.microsoft.com/office/drawing/2014/main" id="{E1C644A7-78AF-407E-A25C-6F76F012AC1D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0" name="Grafik 29" descr="logo2_d2.png">
            <a:extLst>
              <a:ext uri="{FF2B5EF4-FFF2-40B4-BE49-F238E27FC236}">
                <a16:creationId xmlns:a16="http://schemas.microsoft.com/office/drawing/2014/main" id="{BF432EB7-B56F-491D-9D42-9FA89D925A5A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2" name="Rectangle7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4" name="Grafik 4" descr="logo1_d2.png">
            <a:extLst>
              <a:ext uri="{FF2B5EF4-FFF2-40B4-BE49-F238E27FC236}">
                <a16:creationId xmlns:a16="http://schemas.microsoft.com/office/drawing/2014/main" id="{F944409F-1D53-436E-A382-254727DA7F5F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4" name="sax_Navi" hidden="1">
            <a:extLst>
              <a:ext uri="{FF2B5EF4-FFF2-40B4-BE49-F238E27FC236}">
                <a16:creationId xmlns:a16="http://schemas.microsoft.com/office/drawing/2014/main" id="{0BCFE689-4FC7-4D9C-9FE5-45025A6F7107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5" name="sax_Navi_Eintrag" hidden="1">
            <a:extLst>
              <a:ext uri="{FF2B5EF4-FFF2-40B4-BE49-F238E27FC236}">
                <a16:creationId xmlns:a16="http://schemas.microsoft.com/office/drawing/2014/main" id="{78D4F440-277B-418B-9621-90E62761001F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CD9AB144-4EB8-4115-B980-5D200ED3E7D1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28B76106-9604-4489-883C-5FE99B4CB06E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DFEA2FE0-8FEF-40DD-9F67-185A31C99797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B9778ED8-061C-47C8-A8E7-B24F9E828F87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2" name="sax_Navi_Eintrag" hidden="1">
            <a:extLst>
              <a:ext uri="{FF2B5EF4-FFF2-40B4-BE49-F238E27FC236}">
                <a16:creationId xmlns:a16="http://schemas.microsoft.com/office/drawing/2014/main" id="{FAAF73AA-701D-410C-8DB3-32CCC1E48FED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0" name="sax_Navi_Eintrag" hidden="1">
            <a:extLst>
              <a:ext uri="{FF2B5EF4-FFF2-40B4-BE49-F238E27FC236}">
                <a16:creationId xmlns:a16="http://schemas.microsoft.com/office/drawing/2014/main" id="{8C88B5A1-9E54-472B-B283-DCA0B8EF03B3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1" name="sax_Navi_Eintrag" hidden="1">
            <a:extLst>
              <a:ext uri="{FF2B5EF4-FFF2-40B4-BE49-F238E27FC236}">
                <a16:creationId xmlns:a16="http://schemas.microsoft.com/office/drawing/2014/main" id="{1694C0B2-78A6-4BFA-AA43-C1317CFD8045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59FE7FB3-27A3-47FD-BB98-BAD06250F8AE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162033AB-BFB9-440D-AEF9-08D680AE4AED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7D7FBB8A-FD3C-488E-BBE4-69930EFCC1E7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006AA732-492B-45B8-9052-3F8AA5598463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7882C471-8C03-4B32-A0F3-376862B307C4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DECF166C-508C-49D1-9E7F-2F5DAB2BB291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B9352BC3-77F5-41A1-AC91-4ABE5F742687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4F58F59B-3696-4B9B-A31F-C0859CF04C6B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4EB0D3AB-0834-45D8-AB31-D30A501B4513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2B2DD84E-5CF5-4BA7-89B0-FA5CD47AA744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3AA58763-C554-47C2-BF31-14FC2638C9F9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orient="horz" pos="2090" userDrawn="1">
          <p15:clr>
            <a:srgbClr val="FBAE40"/>
          </p15:clr>
        </p15:guide>
        <p15:guide id="10" orient="horz" pos="216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pter_title">
            <a:extLst>
              <a:ext uri="{FF2B5EF4-FFF2-40B4-BE49-F238E27FC236}">
                <a16:creationId xmlns:a16="http://schemas.microsoft.com/office/drawing/2014/main" id="{DC7176F2-9C78-4255-AD29-02B1373FAA1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19" name="slide_title">
            <a:extLst>
              <a:ext uri="{FF2B5EF4-FFF2-40B4-BE49-F238E27FC236}">
                <a16:creationId xmlns:a16="http://schemas.microsoft.com/office/drawing/2014/main" id="{0CD4A6A4-B685-4664-A9F2-206AFF03DCDC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364617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061200" y="1295999"/>
            <a:ext cx="364617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026410" y="3445201"/>
            <a:ext cx="364617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7061200" y="3445201"/>
            <a:ext cx="364617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1" name="Grafik 3" descr="bottom_d2_169.png">
            <a:extLst>
              <a:ext uri="{FF2B5EF4-FFF2-40B4-BE49-F238E27FC236}">
                <a16:creationId xmlns:a16="http://schemas.microsoft.com/office/drawing/2014/main" id="{14946AFE-2563-4C40-963E-DFE36F6D317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2" name="Grafik 31" descr="logo2_d2.png">
            <a:extLst>
              <a:ext uri="{FF2B5EF4-FFF2-40B4-BE49-F238E27FC236}">
                <a16:creationId xmlns:a16="http://schemas.microsoft.com/office/drawing/2014/main" id="{8A247A46-B0BA-49FE-BDE2-4F90A7348546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4" name="Rectangle7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6" name="Grafik 4" descr="logo1_d2.png">
            <a:extLst>
              <a:ext uri="{FF2B5EF4-FFF2-40B4-BE49-F238E27FC236}">
                <a16:creationId xmlns:a16="http://schemas.microsoft.com/office/drawing/2014/main" id="{17992435-2281-4D69-8E9C-A9BD8CD4504F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6" name="sax_Navi" hidden="1">
            <a:extLst>
              <a:ext uri="{FF2B5EF4-FFF2-40B4-BE49-F238E27FC236}">
                <a16:creationId xmlns:a16="http://schemas.microsoft.com/office/drawing/2014/main" id="{1E74C464-5DD0-4CB4-86C5-8EEE5E769B0F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7" name="sax_Navi_Eintrag" hidden="1">
            <a:extLst>
              <a:ext uri="{FF2B5EF4-FFF2-40B4-BE49-F238E27FC236}">
                <a16:creationId xmlns:a16="http://schemas.microsoft.com/office/drawing/2014/main" id="{49FF8A49-71B4-4C81-848E-DA9EF28D47E1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8" name="sax_Navi_Eintrag" hidden="1">
            <a:extLst>
              <a:ext uri="{FF2B5EF4-FFF2-40B4-BE49-F238E27FC236}">
                <a16:creationId xmlns:a16="http://schemas.microsoft.com/office/drawing/2014/main" id="{285BB2A0-94AF-4AF9-B950-C2129817B642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52391172-5403-4757-9B58-EAA3E7DF4415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0" name="sax_Navi_Eintrag" hidden="1">
            <a:extLst>
              <a:ext uri="{FF2B5EF4-FFF2-40B4-BE49-F238E27FC236}">
                <a16:creationId xmlns:a16="http://schemas.microsoft.com/office/drawing/2014/main" id="{A4A2B1D0-2F34-4B74-9220-707CE21BC7EE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1" name="sax_Navi_Eintrag" hidden="1">
            <a:extLst>
              <a:ext uri="{FF2B5EF4-FFF2-40B4-BE49-F238E27FC236}">
                <a16:creationId xmlns:a16="http://schemas.microsoft.com/office/drawing/2014/main" id="{DF12203D-8919-4946-A935-C88025147182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4" name="sax_Navi_Eintrag" hidden="1">
            <a:extLst>
              <a:ext uri="{FF2B5EF4-FFF2-40B4-BE49-F238E27FC236}">
                <a16:creationId xmlns:a16="http://schemas.microsoft.com/office/drawing/2014/main" id="{06EBF098-EFCA-4EA5-8D77-C854464693FC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E29FD0BD-4373-43BC-BF51-EC6E7EE5D6FF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12D65CBB-C58B-44A1-BB73-B91C5FBF5003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AD3A72FE-4F90-487C-8489-DDF40EC3DE13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DE34F184-4292-4D93-86E7-4F441AE359F6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88EB523F-C55B-46DB-8392-30696C539DF6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F8CD36D7-D64D-4220-887B-6DEBE4E6CF3B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2F3AF26A-EEA2-49C6-A00A-77738FECBA4A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07D25A46-1C18-408F-84C2-2E7530CE9804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A0E5C10C-51C4-4EA5-8DA9-E0FC4182A1E0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F781C64C-866C-43ED-A5BC-CAC0E99A98ED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3CCE15C6-9EBF-4EDF-8EA8-4F29FA7374FF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3" name="sax_Navi_Eintrag" hidden="1">
            <a:extLst>
              <a:ext uri="{FF2B5EF4-FFF2-40B4-BE49-F238E27FC236}">
                <a16:creationId xmlns:a16="http://schemas.microsoft.com/office/drawing/2014/main" id="{95897DB4-6285-4DC2-9554-9278105159FB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4" name="sax_Navi_Eintrag" hidden="1">
            <a:extLst>
              <a:ext uri="{FF2B5EF4-FFF2-40B4-BE49-F238E27FC236}">
                <a16:creationId xmlns:a16="http://schemas.microsoft.com/office/drawing/2014/main" id="{12D45BB1-0D47-4E32-8217-58A028208A4D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orient="horz" pos="2169" userDrawn="1">
          <p15:clr>
            <a:srgbClr val="FBAE40"/>
          </p15:clr>
        </p15:guide>
        <p15:guide id="10" orient="horz" pos="2090" userDrawn="1">
          <p15:clr>
            <a:srgbClr val="FBAE40"/>
          </p15:clr>
        </p15:guide>
        <p15:guide id="11" pos="4205" userDrawn="1">
          <p15:clr>
            <a:srgbClr val="FBAE40"/>
          </p15:clr>
        </p15:guide>
        <p15:guide id="12" pos="444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">
            <a:extLst>
              <a:ext uri="{FF2B5EF4-FFF2-40B4-BE49-F238E27FC236}">
                <a16:creationId xmlns:a16="http://schemas.microsoft.com/office/drawing/2014/main" id="{C64C8B7C-E009-4AAC-9E32-6AD78580074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1" name="slide_title">
            <a:extLst>
              <a:ext uri="{FF2B5EF4-FFF2-40B4-BE49-F238E27FC236}">
                <a16:creationId xmlns:a16="http://schemas.microsoft.com/office/drawing/2014/main" id="{37C7D613-AF63-4D59-A3E7-00A3988669EF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703570" y="1295999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8380730" y="1295999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026410" y="3445201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5703570" y="3445201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6" hasCustomPrompt="1"/>
          </p:nvPr>
        </p:nvSpPr>
        <p:spPr>
          <a:xfrm>
            <a:off x="8380730" y="3445201"/>
            <a:ext cx="235585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6" name="Rectangle7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8" name="Grafik 4" descr="logo1_d2.png">
            <a:extLst>
              <a:ext uri="{FF2B5EF4-FFF2-40B4-BE49-F238E27FC236}">
                <a16:creationId xmlns:a16="http://schemas.microsoft.com/office/drawing/2014/main" id="{058025F0-4E5A-4419-90FC-FD31DB24C306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8" name="sax_Navi" hidden="1">
            <a:extLst>
              <a:ext uri="{FF2B5EF4-FFF2-40B4-BE49-F238E27FC236}">
                <a16:creationId xmlns:a16="http://schemas.microsoft.com/office/drawing/2014/main" id="{6801DC24-6818-4FE4-9255-623B8AF07305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9" name="sax_Navi_Eintrag" hidden="1">
            <a:extLst>
              <a:ext uri="{FF2B5EF4-FFF2-40B4-BE49-F238E27FC236}">
                <a16:creationId xmlns:a16="http://schemas.microsoft.com/office/drawing/2014/main" id="{7679C2A8-D99C-481A-8B37-7AD612290FED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0" name="sax_Navi_Eintrag" hidden="1">
            <a:extLst>
              <a:ext uri="{FF2B5EF4-FFF2-40B4-BE49-F238E27FC236}">
                <a16:creationId xmlns:a16="http://schemas.microsoft.com/office/drawing/2014/main" id="{6D0F1CAD-D919-4349-BF4A-118E6551790B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1" name="sax_Navi_Eintrag" hidden="1">
            <a:extLst>
              <a:ext uri="{FF2B5EF4-FFF2-40B4-BE49-F238E27FC236}">
                <a16:creationId xmlns:a16="http://schemas.microsoft.com/office/drawing/2014/main" id="{EBF148F0-058F-4E38-8BDC-7494EDFCDA4A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2" name="sax_Navi_Eintrag" hidden="1">
            <a:extLst>
              <a:ext uri="{FF2B5EF4-FFF2-40B4-BE49-F238E27FC236}">
                <a16:creationId xmlns:a16="http://schemas.microsoft.com/office/drawing/2014/main" id="{C53136B2-704A-423E-A5B0-8ED25970846F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3" name="sax_Navi_Eintrag" hidden="1">
            <a:extLst>
              <a:ext uri="{FF2B5EF4-FFF2-40B4-BE49-F238E27FC236}">
                <a16:creationId xmlns:a16="http://schemas.microsoft.com/office/drawing/2014/main" id="{D19977BF-6E8D-4B9C-B022-B931588030A7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6" name="sax_Navi_Eintrag" hidden="1">
            <a:extLst>
              <a:ext uri="{FF2B5EF4-FFF2-40B4-BE49-F238E27FC236}">
                <a16:creationId xmlns:a16="http://schemas.microsoft.com/office/drawing/2014/main" id="{6DC263D9-B3C9-49F0-A2EE-3BD3FD5F0B94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FF5364E7-5E35-4797-871F-E5C681427E34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BF754A0A-F50C-4123-8476-376489058B33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5F850E5D-4B21-4E94-9D4B-6E70B8947841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28F9F8DD-46B7-4515-BC47-F67EA9A6C1D5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B9EDE793-9086-47A1-9998-5317A20D92C5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EF1C2A2A-9D50-4773-B11D-EC92A3066F4B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5BD99EFA-18C4-420A-89D8-FDB611D70630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0E9D8869-A293-4669-8BBD-48D7DB472CEE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10B312A6-8AFD-43C6-B6D3-C26720C2C47A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3" name="sax_Navi_Eintrag" hidden="1">
            <a:extLst>
              <a:ext uri="{FF2B5EF4-FFF2-40B4-BE49-F238E27FC236}">
                <a16:creationId xmlns:a16="http://schemas.microsoft.com/office/drawing/2014/main" id="{259A6385-2530-4E64-AA89-E4EC03DD0276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4" name="sax_Navi_Eintrag" hidden="1">
            <a:extLst>
              <a:ext uri="{FF2B5EF4-FFF2-40B4-BE49-F238E27FC236}">
                <a16:creationId xmlns:a16="http://schemas.microsoft.com/office/drawing/2014/main" id="{4C0AB365-C9BB-4567-ACB8-CDD5460F43E0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5" name="sax_Navi_Eintrag" hidden="1">
            <a:extLst>
              <a:ext uri="{FF2B5EF4-FFF2-40B4-BE49-F238E27FC236}">
                <a16:creationId xmlns:a16="http://schemas.microsoft.com/office/drawing/2014/main" id="{99C3E13A-7588-40F2-A87C-75E58D2FF20A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6" name="sax_Navi_Eintrag" hidden="1">
            <a:extLst>
              <a:ext uri="{FF2B5EF4-FFF2-40B4-BE49-F238E27FC236}">
                <a16:creationId xmlns:a16="http://schemas.microsoft.com/office/drawing/2014/main" id="{BD5FE440-11BC-43B7-A31A-BCC645AB6E7E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orient="horz" pos="2090" userDrawn="1">
          <p15:clr>
            <a:srgbClr val="FBAE40"/>
          </p15:clr>
        </p15:guide>
        <p15:guide id="10" orient="horz" pos="2169" userDrawn="1">
          <p15:clr>
            <a:srgbClr val="FBAE40"/>
          </p15:clr>
        </p15:guide>
        <p15:guide id="11" pos="3392" userDrawn="1">
          <p15:clr>
            <a:srgbClr val="FBAE40"/>
          </p15:clr>
        </p15:guide>
        <p15:guide id="12" pos="3593" userDrawn="1">
          <p15:clr>
            <a:srgbClr val="FBAE40"/>
          </p15:clr>
        </p15:guide>
        <p15:guide id="13" pos="5078" userDrawn="1">
          <p15:clr>
            <a:srgbClr val="FBAE40"/>
          </p15:clr>
        </p15:guide>
        <p15:guide id="14" pos="527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">
            <a:extLst>
              <a:ext uri="{FF2B5EF4-FFF2-40B4-BE49-F238E27FC236}">
                <a16:creationId xmlns:a16="http://schemas.microsoft.com/office/drawing/2014/main" id="{41EC37FB-F012-4E88-8202-EAF2290CF262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59080" y="259200"/>
            <a:ext cx="10452100" cy="388800"/>
          </a:xfrm>
        </p:spPr>
        <p:txBody>
          <a:bodyPr vert="horz" lIns="0" tIns="0" rIns="0" bIns="0" rtlCol="0"/>
          <a:lstStyle>
            <a:lvl1pPr>
              <a:lnSpc>
                <a:spcPct val="89000"/>
              </a:lnSpc>
              <a:buNone/>
              <a:defRPr sz="2800" kern="0" baseline="0"/>
            </a:lvl1pPr>
          </a:lstStyle>
          <a:p>
            <a:pPr marL="0" lvl="0" indent="0">
              <a:spcBef>
                <a:spcPts val="0"/>
              </a:spcBef>
              <a:buFont typeface="Wingdings 3" panose="05040102010807070707" pitchFamily="18" charset="2"/>
            </a:pPr>
            <a:r>
              <a:rPr lang="en-US" noProof="1"/>
              <a:t>Add Chapter Title</a:t>
            </a:r>
          </a:p>
        </p:txBody>
      </p:sp>
      <p:sp>
        <p:nvSpPr>
          <p:cNvPr id="24" name="slide_title">
            <a:extLst>
              <a:ext uri="{FF2B5EF4-FFF2-40B4-BE49-F238E27FC236}">
                <a16:creationId xmlns:a16="http://schemas.microsoft.com/office/drawing/2014/main" id="{311701A3-045D-4465-A625-85AD8C2B322E}"/>
              </a:ext>
            </a:extLst>
          </p:cNvPr>
          <p:cNvSpPr>
            <a:spLocks noGrp="1"/>
          </p:cNvSpPr>
          <p:nvPr>
            <p:ph type="title" sz="quarter" hasCustomPrompt="1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en-US" noProof="1"/>
              <a:t>Add Slide Title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26410" y="1296000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015230" y="1295999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7" hasCustomPrompt="1"/>
          </p:nvPr>
        </p:nvSpPr>
        <p:spPr>
          <a:xfrm>
            <a:off x="8992870" y="1295999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026410" y="3445201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4" hasCustomPrompt="1"/>
          </p:nvPr>
        </p:nvSpPr>
        <p:spPr>
          <a:xfrm>
            <a:off x="5015230" y="3445201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8" hasCustomPrompt="1"/>
          </p:nvPr>
        </p:nvSpPr>
        <p:spPr>
          <a:xfrm>
            <a:off x="8992870" y="3445201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33" name="Grafik 3" descr="bottom_d2_169.png">
            <a:extLst>
              <a:ext uri="{FF2B5EF4-FFF2-40B4-BE49-F238E27FC236}">
                <a16:creationId xmlns:a16="http://schemas.microsoft.com/office/drawing/2014/main" id="{D68326DC-5F3B-4205-8352-8D213F6B12F1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34" name="Grafik 33" descr="logo2_d2.png">
            <a:extLst>
              <a:ext uri="{FF2B5EF4-FFF2-40B4-BE49-F238E27FC236}">
                <a16:creationId xmlns:a16="http://schemas.microsoft.com/office/drawing/2014/main" id="{6306B871-7048-4385-84D6-368540647FAF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7004050" y="1296000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7004050" y="3445200"/>
            <a:ext cx="1713230" cy="201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Rectangle7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22" name="Grafik 4" descr="logo1_d2.png">
            <a:extLst>
              <a:ext uri="{FF2B5EF4-FFF2-40B4-BE49-F238E27FC236}">
                <a16:creationId xmlns:a16="http://schemas.microsoft.com/office/drawing/2014/main" id="{F7F706B3-07D4-410C-B7A6-C9E5735A9928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40" name="sax_Navi" hidden="1">
            <a:extLst>
              <a:ext uri="{FF2B5EF4-FFF2-40B4-BE49-F238E27FC236}">
                <a16:creationId xmlns:a16="http://schemas.microsoft.com/office/drawing/2014/main" id="{E8B1915C-AD83-4EC1-9BEC-472291719951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41" name="sax_Navi_Eintrag" hidden="1">
            <a:extLst>
              <a:ext uri="{FF2B5EF4-FFF2-40B4-BE49-F238E27FC236}">
                <a16:creationId xmlns:a16="http://schemas.microsoft.com/office/drawing/2014/main" id="{6418FF79-0A0E-4D6B-8102-F4ACE3251EC4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2" name="sax_Navi_Eintrag" hidden="1">
            <a:extLst>
              <a:ext uri="{FF2B5EF4-FFF2-40B4-BE49-F238E27FC236}">
                <a16:creationId xmlns:a16="http://schemas.microsoft.com/office/drawing/2014/main" id="{C1C0BA37-6BB0-4636-B239-B850B80E53E1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3" name="sax_Navi_Eintrag" hidden="1">
            <a:extLst>
              <a:ext uri="{FF2B5EF4-FFF2-40B4-BE49-F238E27FC236}">
                <a16:creationId xmlns:a16="http://schemas.microsoft.com/office/drawing/2014/main" id="{9C177C2E-7859-439B-B916-7E13B251DC04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4" name="sax_Navi_Eintrag" hidden="1">
            <a:extLst>
              <a:ext uri="{FF2B5EF4-FFF2-40B4-BE49-F238E27FC236}">
                <a16:creationId xmlns:a16="http://schemas.microsoft.com/office/drawing/2014/main" id="{E7234629-3CFA-40CD-BE2F-156BEA968EEF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5" name="sax_Navi_Eintrag" hidden="1">
            <a:extLst>
              <a:ext uri="{FF2B5EF4-FFF2-40B4-BE49-F238E27FC236}">
                <a16:creationId xmlns:a16="http://schemas.microsoft.com/office/drawing/2014/main" id="{D404D474-99BE-4373-80F4-D4E09754FAB1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6" name="sax_Navi_Eintrag" hidden="1">
            <a:extLst>
              <a:ext uri="{FF2B5EF4-FFF2-40B4-BE49-F238E27FC236}">
                <a16:creationId xmlns:a16="http://schemas.microsoft.com/office/drawing/2014/main" id="{A4ECF65F-99E0-4A38-BFFF-19D1F6B6C6CF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49" name="sax_Navi_Eintrag" hidden="1">
            <a:extLst>
              <a:ext uri="{FF2B5EF4-FFF2-40B4-BE49-F238E27FC236}">
                <a16:creationId xmlns:a16="http://schemas.microsoft.com/office/drawing/2014/main" id="{9A3EEE2E-ED31-442A-AFA1-2FE896D6C0D1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AADB186C-ACAB-408E-9CB5-FDA1F4B415BB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29AD2BC2-2934-4B99-A798-EBD741F0D189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9" name="sax_Navi_Eintrag" hidden="1">
            <a:extLst>
              <a:ext uri="{FF2B5EF4-FFF2-40B4-BE49-F238E27FC236}">
                <a16:creationId xmlns:a16="http://schemas.microsoft.com/office/drawing/2014/main" id="{4D6CA0B0-96D2-4460-B2F4-68FE7E42CD21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0" name="sax_Navi_Eintrag" hidden="1">
            <a:extLst>
              <a:ext uri="{FF2B5EF4-FFF2-40B4-BE49-F238E27FC236}">
                <a16:creationId xmlns:a16="http://schemas.microsoft.com/office/drawing/2014/main" id="{5D897130-8FAF-45F6-BF1E-FDC1DC2816E4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1" name="sax_Navi_Eintrag" hidden="1">
            <a:extLst>
              <a:ext uri="{FF2B5EF4-FFF2-40B4-BE49-F238E27FC236}">
                <a16:creationId xmlns:a16="http://schemas.microsoft.com/office/drawing/2014/main" id="{62B3F06B-FBBA-47AA-9004-4A1D31D87AF6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2" name="sax_Navi_Eintrag" hidden="1">
            <a:extLst>
              <a:ext uri="{FF2B5EF4-FFF2-40B4-BE49-F238E27FC236}">
                <a16:creationId xmlns:a16="http://schemas.microsoft.com/office/drawing/2014/main" id="{58DC0CD3-A45B-488C-90E0-075868304A92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3" name="sax_Navi_Eintrag" hidden="1">
            <a:extLst>
              <a:ext uri="{FF2B5EF4-FFF2-40B4-BE49-F238E27FC236}">
                <a16:creationId xmlns:a16="http://schemas.microsoft.com/office/drawing/2014/main" id="{30EC03D1-E86C-482D-9195-687E0E06BDD1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4" name="sax_Navi_Eintrag" hidden="1">
            <a:extLst>
              <a:ext uri="{FF2B5EF4-FFF2-40B4-BE49-F238E27FC236}">
                <a16:creationId xmlns:a16="http://schemas.microsoft.com/office/drawing/2014/main" id="{4CC3709D-C97E-4A44-8AE8-FE1748456D22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5" name="sax_Navi_Eintrag" hidden="1">
            <a:extLst>
              <a:ext uri="{FF2B5EF4-FFF2-40B4-BE49-F238E27FC236}">
                <a16:creationId xmlns:a16="http://schemas.microsoft.com/office/drawing/2014/main" id="{2C7B0D19-EC15-4A01-BDF1-04B69744B755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6" name="sax_Navi_Eintrag" hidden="1">
            <a:extLst>
              <a:ext uri="{FF2B5EF4-FFF2-40B4-BE49-F238E27FC236}">
                <a16:creationId xmlns:a16="http://schemas.microsoft.com/office/drawing/2014/main" id="{AEB36321-4565-46DE-B5AB-28AE999575FE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7" name="sax_Navi_Eintrag" hidden="1">
            <a:extLst>
              <a:ext uri="{FF2B5EF4-FFF2-40B4-BE49-F238E27FC236}">
                <a16:creationId xmlns:a16="http://schemas.microsoft.com/office/drawing/2014/main" id="{0D7BDDCD-13A2-4F5F-B1EC-8F3F19619B7D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78" name="sax_Navi_Eintrag" hidden="1">
            <a:extLst>
              <a:ext uri="{FF2B5EF4-FFF2-40B4-BE49-F238E27FC236}">
                <a16:creationId xmlns:a16="http://schemas.microsoft.com/office/drawing/2014/main" id="{DF0AA05B-19E0-45CE-9302-25AC3530B21D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  <p15:guide id="9" pos="2987" userDrawn="1">
          <p15:clr>
            <a:srgbClr val="FBAE40"/>
          </p15:clr>
        </p15:guide>
        <p15:guide id="10" pos="3159" userDrawn="1">
          <p15:clr>
            <a:srgbClr val="FBAE40"/>
          </p15:clr>
        </p15:guide>
        <p15:guide id="11" pos="4239" userDrawn="1">
          <p15:clr>
            <a:srgbClr val="FBAE40"/>
          </p15:clr>
        </p15:guide>
        <p15:guide id="12" pos="4412" userDrawn="1">
          <p15:clr>
            <a:srgbClr val="FBAE40"/>
          </p15:clr>
        </p15:guide>
        <p15:guide id="13" pos="5492" userDrawn="1">
          <p15:clr>
            <a:srgbClr val="FBAE40"/>
          </p15:clr>
        </p15:guide>
        <p15:guide id="14" pos="5664" userDrawn="1">
          <p15:clr>
            <a:srgbClr val="FBAE40"/>
          </p15:clr>
        </p15:guide>
        <p15:guide id="15" orient="horz" pos="2090" userDrawn="1">
          <p15:clr>
            <a:srgbClr val="FBAE40"/>
          </p15:clr>
        </p15:guide>
        <p15:guide id="16" orient="horz" pos="216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59080" y="5628640"/>
            <a:ext cx="288290" cy="410210"/>
          </a:xfrm>
        </p:spPr>
        <p:txBody>
          <a:bodyPr/>
          <a:lstStyle>
            <a:lvl1pPr>
              <a:defRPr kern="0" baseline="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pic>
        <p:nvPicPr>
          <p:cNvPr id="9" name="Grafik 3" descr="bottom_d2_169.png">
            <a:extLst>
              <a:ext uri="{FF2B5EF4-FFF2-40B4-BE49-F238E27FC236}">
                <a16:creationId xmlns:a16="http://schemas.microsoft.com/office/drawing/2014/main" id="{EF316F00-ABDB-4F1C-8223-8689636D6D52}"/>
              </a:ext>
            </a:extLst>
          </p:cNvPr>
          <p:cNvPicPr>
            <a:picLocks noSel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41389"/>
            <a:ext cx="10970260" cy="129540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10" name="Grafik 9" descr="logo2_d2.png">
            <a:extLst>
              <a:ext uri="{FF2B5EF4-FFF2-40B4-BE49-F238E27FC236}">
                <a16:creationId xmlns:a16="http://schemas.microsoft.com/office/drawing/2014/main" id="{30CBBFCD-8992-45AF-92BD-7EBF3A86E1C1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22613"/>
            <a:ext cx="135941" cy="648000"/>
          </a:xfrm>
          <a:prstGeom prst="rect">
            <a:avLst/>
          </a:prstGeom>
        </p:spPr>
      </p:pic>
      <p:sp>
        <p:nvSpPr>
          <p:cNvPr id="8" name="Rectangle7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2" charset="0"/>
              </a:rPr>
              <a:t> </a:t>
            </a:r>
          </a:p>
        </p:txBody>
      </p:sp>
      <p:pic>
        <p:nvPicPr>
          <p:cNvPr id="11" name="Grafik 4" descr="logo1_d2.png">
            <a:extLst>
              <a:ext uri="{FF2B5EF4-FFF2-40B4-BE49-F238E27FC236}">
                <a16:creationId xmlns:a16="http://schemas.microsoft.com/office/drawing/2014/main" id="{0B4DD8A5-C16C-443A-8C22-A52B612231A5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30" name="sax_Navi" hidden="1">
            <a:extLst>
              <a:ext uri="{FF2B5EF4-FFF2-40B4-BE49-F238E27FC236}">
                <a16:creationId xmlns:a16="http://schemas.microsoft.com/office/drawing/2014/main" id="{3A8789E1-D1A9-4F1E-9D54-2C6123AC82BE}"/>
              </a:ext>
            </a:extLst>
          </p:cNvPr>
          <p:cNvSpPr txBox="1"/>
          <p:nvPr userDrawn="1"/>
        </p:nvSpPr>
        <p:spPr>
          <a:xfrm>
            <a:off x="259200" y="1296000"/>
            <a:ext cx="2120400" cy="416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1" name="sax_Navi_Eintrag" hidden="1">
            <a:extLst>
              <a:ext uri="{FF2B5EF4-FFF2-40B4-BE49-F238E27FC236}">
                <a16:creationId xmlns:a16="http://schemas.microsoft.com/office/drawing/2014/main" id="{5AFBE946-F2C0-4EA0-995B-C7BEAEBABC3D}"/>
              </a:ext>
            </a:extLst>
          </p:cNvPr>
          <p:cNvSpPr txBox="1"/>
          <p:nvPr userDrawn="1"/>
        </p:nvSpPr>
        <p:spPr>
          <a:xfrm>
            <a:off x="342000" y="1296000"/>
            <a:ext cx="1994400" cy="212400"/>
          </a:xfrm>
          <a:prstGeom prst="rect">
            <a:avLst/>
          </a:prstGeom>
          <a:solidFill>
            <a:schemeClr val="bg1">
              <a:alpha val="99000"/>
            </a:schemeClr>
          </a:solidFill>
          <a:ln>
            <a:noFill/>
            <a:prstDash val="lgDash"/>
          </a:ln>
          <a:effectLst/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2" name="sax_Navi_Eintrag" hidden="1">
            <a:extLst>
              <a:ext uri="{FF2B5EF4-FFF2-40B4-BE49-F238E27FC236}">
                <a16:creationId xmlns:a16="http://schemas.microsoft.com/office/drawing/2014/main" id="{26590292-FE04-432B-A660-81B7041CABFD}"/>
              </a:ext>
            </a:extLst>
          </p:cNvPr>
          <p:cNvSpPr txBox="1"/>
          <p:nvPr userDrawn="1"/>
        </p:nvSpPr>
        <p:spPr>
          <a:xfrm>
            <a:off x="342000" y="1508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3" name="sax_Navi_Eintrag" hidden="1">
            <a:extLst>
              <a:ext uri="{FF2B5EF4-FFF2-40B4-BE49-F238E27FC236}">
                <a16:creationId xmlns:a16="http://schemas.microsoft.com/office/drawing/2014/main" id="{27F55702-4C93-4593-A3A0-07B1BC7F73AD}"/>
              </a:ext>
            </a:extLst>
          </p:cNvPr>
          <p:cNvSpPr txBox="1"/>
          <p:nvPr userDrawn="1"/>
        </p:nvSpPr>
        <p:spPr>
          <a:xfrm>
            <a:off x="342000" y="1720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36" name="sax_Navi_Eintrag" hidden="1">
            <a:extLst>
              <a:ext uri="{FF2B5EF4-FFF2-40B4-BE49-F238E27FC236}">
                <a16:creationId xmlns:a16="http://schemas.microsoft.com/office/drawing/2014/main" id="{747ABCED-FF61-4551-9A07-DDF6F606DFF4}"/>
              </a:ext>
            </a:extLst>
          </p:cNvPr>
          <p:cNvSpPr txBox="1"/>
          <p:nvPr userDrawn="1"/>
        </p:nvSpPr>
        <p:spPr>
          <a:xfrm>
            <a:off x="342000" y="1933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4" name="sax_Navi_Eintrag" hidden="1">
            <a:extLst>
              <a:ext uri="{FF2B5EF4-FFF2-40B4-BE49-F238E27FC236}">
                <a16:creationId xmlns:a16="http://schemas.microsoft.com/office/drawing/2014/main" id="{8959A52E-02DB-4E71-AF0A-50A74A24A5FD}"/>
              </a:ext>
            </a:extLst>
          </p:cNvPr>
          <p:cNvSpPr txBox="1"/>
          <p:nvPr userDrawn="1"/>
        </p:nvSpPr>
        <p:spPr>
          <a:xfrm>
            <a:off x="342000" y="2145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5" name="sax_Navi_Eintrag" hidden="1">
            <a:extLst>
              <a:ext uri="{FF2B5EF4-FFF2-40B4-BE49-F238E27FC236}">
                <a16:creationId xmlns:a16="http://schemas.microsoft.com/office/drawing/2014/main" id="{ABFC9031-2ACE-47E4-BFD8-56826356ECE2}"/>
              </a:ext>
            </a:extLst>
          </p:cNvPr>
          <p:cNvSpPr txBox="1"/>
          <p:nvPr userDrawn="1"/>
        </p:nvSpPr>
        <p:spPr>
          <a:xfrm>
            <a:off x="342000" y="2358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6" name="sax_Navi_Eintrag" hidden="1">
            <a:extLst>
              <a:ext uri="{FF2B5EF4-FFF2-40B4-BE49-F238E27FC236}">
                <a16:creationId xmlns:a16="http://schemas.microsoft.com/office/drawing/2014/main" id="{682AEA42-B356-4976-BBDF-65FE49336034}"/>
              </a:ext>
            </a:extLst>
          </p:cNvPr>
          <p:cNvSpPr txBox="1"/>
          <p:nvPr userDrawn="1"/>
        </p:nvSpPr>
        <p:spPr>
          <a:xfrm>
            <a:off x="342000" y="2570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7" name="sax_Navi_Eintrag" hidden="1">
            <a:extLst>
              <a:ext uri="{FF2B5EF4-FFF2-40B4-BE49-F238E27FC236}">
                <a16:creationId xmlns:a16="http://schemas.microsoft.com/office/drawing/2014/main" id="{97155B38-7C67-4B26-BBDC-C75C78C2D1AC}"/>
              </a:ext>
            </a:extLst>
          </p:cNvPr>
          <p:cNvSpPr txBox="1"/>
          <p:nvPr userDrawn="1"/>
        </p:nvSpPr>
        <p:spPr>
          <a:xfrm>
            <a:off x="342000" y="2782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8" name="sax_Navi_Eintrag" hidden="1">
            <a:extLst>
              <a:ext uri="{FF2B5EF4-FFF2-40B4-BE49-F238E27FC236}">
                <a16:creationId xmlns:a16="http://schemas.microsoft.com/office/drawing/2014/main" id="{9B195CF7-FACA-4643-B32D-33C3A3F9C2CE}"/>
              </a:ext>
            </a:extLst>
          </p:cNvPr>
          <p:cNvSpPr txBox="1"/>
          <p:nvPr userDrawn="1"/>
        </p:nvSpPr>
        <p:spPr>
          <a:xfrm>
            <a:off x="342000" y="2995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59" name="sax_Navi_Eintrag" hidden="1">
            <a:extLst>
              <a:ext uri="{FF2B5EF4-FFF2-40B4-BE49-F238E27FC236}">
                <a16:creationId xmlns:a16="http://schemas.microsoft.com/office/drawing/2014/main" id="{1C6F159C-85E4-4479-819F-DB1C56951E7B}"/>
              </a:ext>
            </a:extLst>
          </p:cNvPr>
          <p:cNvSpPr txBox="1"/>
          <p:nvPr userDrawn="1"/>
        </p:nvSpPr>
        <p:spPr>
          <a:xfrm>
            <a:off x="342000" y="3207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0" name="sax_Navi_Eintrag" hidden="1">
            <a:extLst>
              <a:ext uri="{FF2B5EF4-FFF2-40B4-BE49-F238E27FC236}">
                <a16:creationId xmlns:a16="http://schemas.microsoft.com/office/drawing/2014/main" id="{32E821F0-CC18-48D0-B90F-50B9D1F58CA0}"/>
              </a:ext>
            </a:extLst>
          </p:cNvPr>
          <p:cNvSpPr txBox="1"/>
          <p:nvPr userDrawn="1"/>
        </p:nvSpPr>
        <p:spPr>
          <a:xfrm>
            <a:off x="342000" y="3420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1" name="sax_Navi_Eintrag" hidden="1">
            <a:extLst>
              <a:ext uri="{FF2B5EF4-FFF2-40B4-BE49-F238E27FC236}">
                <a16:creationId xmlns:a16="http://schemas.microsoft.com/office/drawing/2014/main" id="{2C11AD27-0BCF-4623-8BAF-F14F0BAB60B2}"/>
              </a:ext>
            </a:extLst>
          </p:cNvPr>
          <p:cNvSpPr txBox="1"/>
          <p:nvPr userDrawn="1"/>
        </p:nvSpPr>
        <p:spPr>
          <a:xfrm>
            <a:off x="342000" y="3632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2" name="sax_Navi_Eintrag" hidden="1">
            <a:extLst>
              <a:ext uri="{FF2B5EF4-FFF2-40B4-BE49-F238E27FC236}">
                <a16:creationId xmlns:a16="http://schemas.microsoft.com/office/drawing/2014/main" id="{36E26D5D-4CCE-4CEF-B53C-C97147AA8062}"/>
              </a:ext>
            </a:extLst>
          </p:cNvPr>
          <p:cNvSpPr txBox="1"/>
          <p:nvPr userDrawn="1"/>
        </p:nvSpPr>
        <p:spPr>
          <a:xfrm>
            <a:off x="342000" y="3844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3" name="sax_Navi_Eintrag" hidden="1">
            <a:extLst>
              <a:ext uri="{FF2B5EF4-FFF2-40B4-BE49-F238E27FC236}">
                <a16:creationId xmlns:a16="http://schemas.microsoft.com/office/drawing/2014/main" id="{AEE999E7-F5B4-44AC-90A3-9B4489B7F0E9}"/>
              </a:ext>
            </a:extLst>
          </p:cNvPr>
          <p:cNvSpPr txBox="1"/>
          <p:nvPr userDrawn="1"/>
        </p:nvSpPr>
        <p:spPr>
          <a:xfrm>
            <a:off x="342000" y="4057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4" name="sax_Navi_Eintrag" hidden="1">
            <a:extLst>
              <a:ext uri="{FF2B5EF4-FFF2-40B4-BE49-F238E27FC236}">
                <a16:creationId xmlns:a16="http://schemas.microsoft.com/office/drawing/2014/main" id="{08BEE499-FD4D-4E68-B721-08C734481F23}"/>
              </a:ext>
            </a:extLst>
          </p:cNvPr>
          <p:cNvSpPr txBox="1"/>
          <p:nvPr userDrawn="1"/>
        </p:nvSpPr>
        <p:spPr>
          <a:xfrm>
            <a:off x="342000" y="42696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5" name="sax_Navi_Eintrag" hidden="1">
            <a:extLst>
              <a:ext uri="{FF2B5EF4-FFF2-40B4-BE49-F238E27FC236}">
                <a16:creationId xmlns:a16="http://schemas.microsoft.com/office/drawing/2014/main" id="{C04C9EE3-0C86-4FCF-8F9F-AB2859A1F330}"/>
              </a:ext>
            </a:extLst>
          </p:cNvPr>
          <p:cNvSpPr txBox="1"/>
          <p:nvPr userDrawn="1"/>
        </p:nvSpPr>
        <p:spPr>
          <a:xfrm>
            <a:off x="342000" y="44820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6" name="sax_Navi_Eintrag" hidden="1">
            <a:extLst>
              <a:ext uri="{FF2B5EF4-FFF2-40B4-BE49-F238E27FC236}">
                <a16:creationId xmlns:a16="http://schemas.microsoft.com/office/drawing/2014/main" id="{306D9E59-9963-4068-B03B-A57088062C66}"/>
              </a:ext>
            </a:extLst>
          </p:cNvPr>
          <p:cNvSpPr txBox="1"/>
          <p:nvPr userDrawn="1"/>
        </p:nvSpPr>
        <p:spPr>
          <a:xfrm>
            <a:off x="342000" y="46944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7" name="sax_Navi_Eintrag" hidden="1">
            <a:extLst>
              <a:ext uri="{FF2B5EF4-FFF2-40B4-BE49-F238E27FC236}">
                <a16:creationId xmlns:a16="http://schemas.microsoft.com/office/drawing/2014/main" id="{898F1590-73E5-4AA9-BAE5-0911DE098873}"/>
              </a:ext>
            </a:extLst>
          </p:cNvPr>
          <p:cNvSpPr txBox="1"/>
          <p:nvPr userDrawn="1"/>
        </p:nvSpPr>
        <p:spPr>
          <a:xfrm>
            <a:off x="342000" y="49068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  <p:sp>
        <p:nvSpPr>
          <p:cNvPr id="68" name="sax_Navi_Eintrag" hidden="1">
            <a:extLst>
              <a:ext uri="{FF2B5EF4-FFF2-40B4-BE49-F238E27FC236}">
                <a16:creationId xmlns:a16="http://schemas.microsoft.com/office/drawing/2014/main" id="{06C7FEDD-E94D-45B2-A759-E85E4D3D5A19}"/>
              </a:ext>
            </a:extLst>
          </p:cNvPr>
          <p:cNvSpPr txBox="1"/>
          <p:nvPr userDrawn="1"/>
        </p:nvSpPr>
        <p:spPr>
          <a:xfrm>
            <a:off x="342000" y="5119200"/>
            <a:ext cx="1994400" cy="212400"/>
          </a:xfrm>
          <a:prstGeom prst="rect">
            <a:avLst/>
          </a:prstGeom>
          <a:solidFill>
            <a:schemeClr val="bg1"/>
          </a:solidFill>
          <a:ln>
            <a:noFill/>
            <a:prstDash val="lgDash"/>
          </a:ln>
          <a:effectLst>
            <a:innerShdw dist="10160" dir="16200000">
              <a:prstClr val="black"/>
            </a:innerShdw>
          </a:effectLst>
        </p:spPr>
        <p:txBody>
          <a:bodyPr wrap="none" lIns="18000" tIns="7200" rIns="126000" bIns="0" rtlCol="0">
            <a:noAutofit/>
          </a:bodyPr>
          <a:lstStyle>
            <a:defPPr>
              <a:defRPr lang="de-DE"/>
            </a:defPPr>
            <a:lvl1pPr marR="0" lvl="0" defTabSz="914400" eaLnBrk="1" fontAlgn="auto" latinLnBrk="0" hangingPunct="1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3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1pPr>
          </a:lstStyle>
          <a:p>
            <a:pPr lvl="0"/>
            <a:endParaRPr lang="en-US" noProof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747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43" userDrawn="1">
          <p15:clr>
            <a:srgbClr val="FBAE40"/>
          </p15:clr>
        </p15:guide>
        <p15:guide id="8" pos="190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Full Page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logo1_d2.png">
            <a:extLst>
              <a:ext uri="{FF2B5EF4-FFF2-40B4-BE49-F238E27FC236}">
                <a16:creationId xmlns:a16="http://schemas.microsoft.com/office/drawing/2014/main" id="{F35DC742-BC8F-47B5-88E2-93616D59A618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6" name="Grafik 3" descr="right_d2.png">
            <a:extLst>
              <a:ext uri="{FF2B5EF4-FFF2-40B4-BE49-F238E27FC236}">
                <a16:creationId xmlns:a16="http://schemas.microsoft.com/office/drawing/2014/main" id="{2E1D2BC1-44DB-403E-B4D8-3E1DC5D199E5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7317866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5" descr="bg3_d2_169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"/>
            <a:ext cx="10970260" cy="6170929"/>
          </a:xfrm>
          <a:prstGeom prst="rect">
            <a:avLst/>
          </a:prstGeom>
          <a:ln w="0">
            <a:noFill/>
          </a:ln>
          <a:effectLst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60E046F-66D0-431E-9C49-8E6C18C3F3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9080" y="259200"/>
            <a:ext cx="9872980" cy="5205600"/>
          </a:xfrm>
          <a:ln w="0">
            <a:noFill/>
          </a:ln>
          <a:effectLst/>
        </p:spPr>
        <p:txBody>
          <a:bodyPr anchor="t" anchorCtr="0"/>
          <a:lstStyle>
            <a:lvl1pPr algn="l">
              <a:lnSpc>
                <a:spcPct val="90000"/>
              </a:lnSpc>
              <a:defRPr sz="8000" kern="12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Add Closing Phrase</a:t>
            </a:r>
          </a:p>
        </p:txBody>
      </p:sp>
      <p:pic>
        <p:nvPicPr>
          <p:cNvPr id="6" name="Grafik 4" descr="logo1_d2.png">
            <a:extLst>
              <a:ext uri="{FF2B5EF4-FFF2-40B4-BE49-F238E27FC236}">
                <a16:creationId xmlns:a16="http://schemas.microsoft.com/office/drawing/2014/main" id="{AD329951-67FC-4FE1-85D1-D4AEA8479C0D}"/>
              </a:ext>
            </a:extLst>
          </p:cNvPr>
          <p:cNvPicPr>
            <a:picLocks noSel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8680" y="5464811"/>
            <a:ext cx="1094740" cy="575309"/>
          </a:xfrm>
          <a:prstGeom prst="rect">
            <a:avLst/>
          </a:prstGeom>
          <a:ln w="0">
            <a:noFill/>
          </a:ln>
          <a:effectLst/>
        </p:spPr>
      </p:pic>
      <p:pic>
        <p:nvPicPr>
          <p:cNvPr id="9" name="Grafik 3" descr="right_d2.png">
            <a:extLst>
              <a:ext uri="{FF2B5EF4-FFF2-40B4-BE49-F238E27FC236}">
                <a16:creationId xmlns:a16="http://schemas.microsoft.com/office/drawing/2014/main" id="{7AD5F0A5-2B17-4D20-B0E6-B4F0FA977516}"/>
              </a:ext>
            </a:extLst>
          </p:cNvPr>
          <p:cNvPicPr>
            <a:picLocks noSel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720" y="2"/>
            <a:ext cx="129540" cy="6170929"/>
          </a:xfrm>
          <a:prstGeom prst="rect">
            <a:avLst/>
          </a:prstGeom>
          <a:ln w="0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37969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62" userDrawn="1">
          <p15:clr>
            <a:srgbClr val="FBAE40"/>
          </p15:clr>
        </p15:guide>
        <p15:guide id="2" pos="63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344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080" y="648000"/>
            <a:ext cx="987298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200" y="1296000"/>
            <a:ext cx="10450800" cy="416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  <a:p>
            <a:pPr lvl="5"/>
            <a:r>
              <a:rPr lang="en-US" noProof="1"/>
              <a:t>Sixth level</a:t>
            </a:r>
          </a:p>
          <a:p>
            <a:pPr lvl="6"/>
            <a:r>
              <a:rPr lang="en-US" noProof="1"/>
              <a:t>Seventh level</a:t>
            </a:r>
          </a:p>
          <a:p>
            <a:pPr lvl="7"/>
            <a:r>
              <a:rPr lang="en-US" noProof="1"/>
              <a:t>Eighth level</a:t>
            </a:r>
          </a:p>
          <a:p>
            <a:pPr lvl="8"/>
            <a:r>
              <a:rPr lang="en-US" noProof="1"/>
              <a:t>Ninth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66700" y="562864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5" name="Bosch_footer_1">
            <a:extLst>
              <a:ext uri="{FF2B5EF4-FFF2-40B4-BE49-F238E27FC236}">
                <a16:creationId xmlns:a16="http://schemas.microsoft.com/office/drawing/2014/main" id="{EA78BAC4-FC81-4715-BED8-605625FA39A4}"/>
              </a:ext>
            </a:extLst>
          </p:cNvPr>
          <p:cNvSpPr txBox="1"/>
          <p:nvPr userDrawn="1"/>
        </p:nvSpPr>
        <p:spPr>
          <a:xfrm>
            <a:off x="593090" y="5643880"/>
            <a:ext cx="915289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kern="0" cap="none" spc="0" normalizeH="0" baseline="0" noProof="1">
                <a:ln>
                  <a:noFill/>
                </a:ln>
                <a:solidFill>
                  <a:srgbClr val="D70012"/>
                </a:solidFill>
                <a:effectLst/>
                <a:uLnTx/>
                <a:uFillTx/>
                <a:latin typeface="Bosch Office Sans" pitchFamily="2" charset="0"/>
              </a:rPr>
              <a:t>Internal</a:t>
            </a:r>
            <a:r>
              <a: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2" charset="0"/>
              </a:rPr>
              <a:t> | Powertrain Solutions | FRM-JhP/TEF-076.07 z 24.11.2023</a:t>
            </a:r>
          </a:p>
        </p:txBody>
      </p:sp>
      <p:sp>
        <p:nvSpPr>
          <p:cNvPr id="6" name="Bosch_footer_2">
            <a:extLst>
              <a:ext uri="{FF2B5EF4-FFF2-40B4-BE49-F238E27FC236}">
                <a16:creationId xmlns:a16="http://schemas.microsoft.com/office/drawing/2014/main" id="{054E7C6F-D3F2-4D18-AE27-4A5BF90323E4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b="0" i="0" u="none" kern="0" baseline="0" noProof="1">
                <a:solidFill>
                  <a:srgbClr val="B2B3B5"/>
                </a:solidFill>
                <a:latin typeface="Bosch Office Sans" pitchFamily="2" charset="0"/>
              </a:rPr>
              <a:t>©  BOSCH DIESEL s.r.o. 2021.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8" name="Bosch_footer_2" hidden="1">
            <a:extLst>
              <a:ext uri="{FF2B5EF4-FFF2-40B4-BE49-F238E27FC236}">
                <a16:creationId xmlns:a16="http://schemas.microsoft.com/office/drawing/2014/main" id="{5D02BF85-46F8-4435-90C8-68AE8D6BB5BD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9" name="Bosch_footer_1" hidden="1">
            <a:extLst>
              <a:ext uri="{FF2B5EF4-FFF2-40B4-BE49-F238E27FC236}">
                <a16:creationId xmlns:a16="http://schemas.microsoft.com/office/drawing/2014/main" id="{49B7D0DB-D891-4F39-A1EB-81FDAB75CF1C}"/>
              </a:ext>
            </a:extLst>
          </p:cNvPr>
          <p:cNvSpPr txBox="1"/>
          <p:nvPr userDrawn="1"/>
        </p:nvSpPr>
        <p:spPr>
          <a:xfrm>
            <a:off x="593090" y="5644800"/>
            <a:ext cx="915289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41" r:id="rId2"/>
    <p:sldLayoutId id="2147483742" r:id="rId3"/>
    <p:sldLayoutId id="2147483713" r:id="rId4"/>
    <p:sldLayoutId id="2147483743" r:id="rId5"/>
    <p:sldLayoutId id="2147483721" r:id="rId6"/>
    <p:sldLayoutId id="2147483747" r:id="rId7"/>
    <p:sldLayoutId id="2147483723" r:id="rId8"/>
    <p:sldLayoutId id="2147483746" r:id="rId9"/>
    <p:sldLayoutId id="2147483744" r:id="rId10"/>
    <p:sldLayoutId id="2147483724" r:id="rId11"/>
    <p:sldLayoutId id="2147483726" r:id="rId12"/>
    <p:sldLayoutId id="2147483727" r:id="rId13"/>
    <p:sldLayoutId id="2147483728" r:id="rId14"/>
    <p:sldLayoutId id="2147483729" r:id="rId15"/>
    <p:sldLayoutId id="2147483745" r:id="rId16"/>
    <p:sldLayoutId id="2147483734" r:id="rId17"/>
    <p:sldLayoutId id="2147483731" r:id="rId18"/>
    <p:sldLayoutId id="2147483712" r:id="rId19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1982" indent="-251982" algn="l" defTabSz="914333" rtl="0" eaLnBrk="1" latinLnBrk="0" hangingPunct="1">
        <a:lnSpc>
          <a:spcPct val="107000"/>
        </a:lnSpc>
        <a:spcBef>
          <a:spcPts val="500"/>
        </a:spcBef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7563" indent="-273580" algn="l" defTabSz="914333" rtl="0" eaLnBrk="1" latinLnBrk="0" hangingPunct="1">
        <a:lnSpc>
          <a:spcPct val="103000"/>
        </a:lnSpc>
        <a:spcBef>
          <a:spcPts val="500"/>
        </a:spcBef>
        <a:buFont typeface="Wingdings 3" panose="05040102010807070707" pitchFamily="18" charset="2"/>
        <a:buChar char="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0746" indent="-205185" algn="l" defTabSz="914333" rtl="0" eaLnBrk="1" latinLnBrk="0" hangingPunct="1">
        <a:lnSpc>
          <a:spcPct val="102000"/>
        </a:lnSpc>
        <a:spcBef>
          <a:spcPts val="500"/>
        </a:spcBef>
        <a:buFont typeface="Bosch Office Sans" pitchFamily="2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932331" indent="-183586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00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slide" Target="slide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F1DDC8D6-5DD5-4960-AB41-5F4CC61876A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cs-CZ" sz="2400" dirty="0"/>
              <a:t>TEF1 Zpráva / Report: </a:t>
            </a:r>
            <a:r>
              <a:rPr lang="cs-CZ" sz="1400" i="1" kern="0" dirty="0">
                <a:solidFill>
                  <a:srgbClr val="FFFFFF">
                    <a:lumMod val="65000"/>
                  </a:srgbClr>
                </a:solidFill>
                <a:latin typeface="Bosch Office Sans"/>
              </a:rPr>
              <a:t>(</a:t>
            </a:r>
            <a:r>
              <a:rPr lang="cs-CZ" sz="1400" i="1" kern="0" dirty="0">
                <a:solidFill>
                  <a:schemeClr val="bg2"/>
                </a:solidFill>
                <a:latin typeface="Bosch Office Sans"/>
              </a:rPr>
              <a:t>vyplnit číslo dle interních </a:t>
            </a:r>
            <a:r>
              <a:rPr lang="cs-CZ" sz="1400" i="1" kern="0" dirty="0">
                <a:solidFill>
                  <a:srgbClr val="FFFFFF">
                    <a:lumMod val="65000"/>
                  </a:srgbClr>
                </a:solidFill>
                <a:latin typeface="Bosch Office Sans"/>
              </a:rPr>
              <a:t>TEF1 pravidel)</a:t>
            </a:r>
            <a:r>
              <a:rPr lang="cs-CZ" sz="1400" dirty="0"/>
              <a:t>  </a:t>
            </a:r>
            <a:endParaRPr lang="en-AU" sz="2400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F4452443-C192-4587-8762-BC6C67718ED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cs-CZ" sz="2000" dirty="0"/>
              <a:t>Téma / </a:t>
            </a:r>
            <a:r>
              <a:rPr lang="en-US" sz="2000" dirty="0"/>
              <a:t>Theme: 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E3D1A7C-0143-4B50-9BD9-DE01C2C2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</a:t>
            </a:fld>
            <a:endParaRPr lang="en-US" noProof="1"/>
          </a:p>
        </p:txBody>
      </p:sp>
      <p:pic>
        <p:nvPicPr>
          <p:cNvPr id="5" name="Obrázek 1" descr="image001">
            <a:extLst>
              <a:ext uri="{FF2B5EF4-FFF2-40B4-BE49-F238E27FC236}">
                <a16:creationId xmlns:a16="http://schemas.microsoft.com/office/drawing/2014/main" id="{449BCFBB-4200-457C-90CD-D011A302AD07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162" y="53870"/>
            <a:ext cx="1675475" cy="94385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" name="Zástupný symbol pro obsah 6">
            <a:extLst>
              <a:ext uri="{FF2B5EF4-FFF2-40B4-BE49-F238E27FC236}">
                <a16:creationId xmlns:a16="http://schemas.microsoft.com/office/drawing/2014/main" id="{FEE33C4A-B32A-486F-BDB5-7F70F5BA0BA5}"/>
              </a:ext>
            </a:extLst>
          </p:cNvPr>
          <p:cNvSpPr txBox="1">
            <a:spLocks/>
          </p:cNvSpPr>
          <p:nvPr/>
        </p:nvSpPr>
        <p:spPr>
          <a:xfrm>
            <a:off x="487183" y="3844649"/>
            <a:ext cx="1539491" cy="308810"/>
          </a:xfrm>
          <a:prstGeom prst="rect">
            <a:avLst/>
          </a:prstGeom>
        </p:spPr>
        <p:txBody>
          <a:bodyPr/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None/>
            </a:pPr>
            <a:r>
              <a:rPr lang="cs-CZ" sz="800" dirty="0"/>
              <a:t>El. podpis: Autor</a:t>
            </a:r>
          </a:p>
          <a:p>
            <a:pPr mar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None/>
            </a:pPr>
            <a:r>
              <a:rPr lang="cs-CZ" sz="800" dirty="0"/>
              <a:t>El. signature: Author</a:t>
            </a:r>
          </a:p>
        </p:txBody>
      </p:sp>
      <p:sp>
        <p:nvSpPr>
          <p:cNvPr id="9" name="Zástupný symbol pro obsah 6">
            <a:extLst>
              <a:ext uri="{FF2B5EF4-FFF2-40B4-BE49-F238E27FC236}">
                <a16:creationId xmlns:a16="http://schemas.microsoft.com/office/drawing/2014/main" id="{D3550E8E-F23B-4472-AF82-5A9AA640C2D4}"/>
              </a:ext>
            </a:extLst>
          </p:cNvPr>
          <p:cNvSpPr txBox="1">
            <a:spLocks/>
          </p:cNvSpPr>
          <p:nvPr/>
        </p:nvSpPr>
        <p:spPr>
          <a:xfrm>
            <a:off x="2366844" y="3844649"/>
            <a:ext cx="2393207" cy="323410"/>
          </a:xfrm>
          <a:prstGeom prst="rect">
            <a:avLst/>
          </a:prstGeom>
        </p:spPr>
        <p:txBody>
          <a:bodyPr/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None/>
            </a:pPr>
            <a:r>
              <a:rPr lang="cs-CZ" sz="800" dirty="0"/>
              <a:t>El. podpis: Nadřízený GrL (</a:t>
            </a:r>
            <a:r>
              <a:rPr lang="en-US" sz="800" dirty="0"/>
              <a:t>*</a:t>
            </a:r>
            <a:r>
              <a:rPr lang="cs-CZ" sz="800" dirty="0"/>
              <a:t>)</a:t>
            </a:r>
          </a:p>
          <a:p>
            <a:pPr mar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sz="800" dirty="0"/>
              <a:t>El. signature: Direct GrL (</a:t>
            </a:r>
            <a:r>
              <a:rPr lang="en-US" sz="800" dirty="0"/>
              <a:t>*</a:t>
            </a:r>
            <a:r>
              <a:rPr lang="cs-CZ" sz="800" dirty="0"/>
              <a:t>)</a:t>
            </a:r>
            <a:endParaRPr lang="de-DE" sz="800" dirty="0"/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C129F492-0307-4415-92A5-12D1311033F8}"/>
              </a:ext>
            </a:extLst>
          </p:cNvPr>
          <p:cNvSpPr/>
          <p:nvPr/>
        </p:nvSpPr>
        <p:spPr>
          <a:xfrm>
            <a:off x="180790" y="4163739"/>
            <a:ext cx="2152278" cy="816338"/>
          </a:xfrm>
          <a:prstGeom prst="rect">
            <a:avLst/>
          </a:prstGeom>
          <a:noFill/>
          <a:ln w="6350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6B405B09-1066-4D9E-8FCB-1E6534EDA607}"/>
              </a:ext>
            </a:extLst>
          </p:cNvPr>
          <p:cNvSpPr/>
          <p:nvPr/>
        </p:nvSpPr>
        <p:spPr>
          <a:xfrm>
            <a:off x="2487309" y="4156567"/>
            <a:ext cx="2152278" cy="816338"/>
          </a:xfrm>
          <a:prstGeom prst="rect">
            <a:avLst/>
          </a:prstGeom>
          <a:noFill/>
          <a:ln w="6350" cap="flat" cmpd="sng" algn="ctr">
            <a:solidFill>
              <a:srgbClr val="3F136C"/>
            </a:solidFill>
            <a:prstDash val="dash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Zástupný symbol pro obsah 6">
            <a:extLst>
              <a:ext uri="{FF2B5EF4-FFF2-40B4-BE49-F238E27FC236}">
                <a16:creationId xmlns:a16="http://schemas.microsoft.com/office/drawing/2014/main" id="{5CDE8366-AD8A-4A48-AF7D-31A501BAE8BD}"/>
              </a:ext>
            </a:extLst>
          </p:cNvPr>
          <p:cNvSpPr txBox="1">
            <a:spLocks/>
          </p:cNvSpPr>
          <p:nvPr/>
        </p:nvSpPr>
        <p:spPr>
          <a:xfrm>
            <a:off x="23854" y="4971713"/>
            <a:ext cx="4818681" cy="239479"/>
          </a:xfrm>
          <a:prstGeom prst="rect">
            <a:avLst/>
          </a:prstGeom>
        </p:spPr>
        <p:txBody>
          <a:bodyPr lIns="0" rIns="0"/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 3" panose="05040102010807070707" pitchFamily="18" charset="2"/>
              <a:buNone/>
            </a:pPr>
            <a:r>
              <a:rPr lang="en-US" sz="800" dirty="0"/>
              <a:t>* Podpis nutn</a:t>
            </a:r>
            <a:r>
              <a:rPr lang="cs-CZ" sz="800" dirty="0"/>
              <a:t>ý </a:t>
            </a:r>
            <a:r>
              <a:rPr lang="en-US" sz="800" dirty="0"/>
              <a:t>pouze v </a:t>
            </a:r>
            <a:r>
              <a:rPr lang="cs-CZ" sz="800" dirty="0"/>
              <a:t>případě projektové dohody / </a:t>
            </a:r>
            <a:r>
              <a:rPr lang="en-US" sz="800" dirty="0"/>
              <a:t>* Signature needed only in case of project contracting</a:t>
            </a:r>
          </a:p>
        </p:txBody>
      </p:sp>
      <p:sp>
        <p:nvSpPr>
          <p:cNvPr id="14" name="Zástupný symbol pro obsah 3">
            <a:extLst>
              <a:ext uri="{FF2B5EF4-FFF2-40B4-BE49-F238E27FC236}">
                <a16:creationId xmlns:a16="http://schemas.microsoft.com/office/drawing/2014/main" id="{72852CA3-DE7E-4A1E-8388-FD747FD4ECA7}"/>
              </a:ext>
            </a:extLst>
          </p:cNvPr>
          <p:cNvSpPr txBox="1">
            <a:spLocks/>
          </p:cNvSpPr>
          <p:nvPr/>
        </p:nvSpPr>
        <p:spPr>
          <a:xfrm>
            <a:off x="4856431" y="1573880"/>
            <a:ext cx="6056207" cy="27204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lIns="36000" tIns="36000" rIns="72000" bIns="7200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cs-CZ" sz="1200" dirty="0"/>
              <a:t>Výsledky / </a:t>
            </a:r>
            <a:r>
              <a:rPr lang="en-US" sz="1200" dirty="0"/>
              <a:t>Results:</a:t>
            </a:r>
            <a:endParaRPr lang="cs-CZ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1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cs-CZ" sz="1200" dirty="0"/>
          </a:p>
        </p:txBody>
      </p:sp>
      <p:sp>
        <p:nvSpPr>
          <p:cNvPr id="16" name="Obdélník 15">
            <a:extLst>
              <a:ext uri="{FF2B5EF4-FFF2-40B4-BE49-F238E27FC236}">
                <a16:creationId xmlns:a16="http://schemas.microsoft.com/office/drawing/2014/main" id="{25328E4F-1902-457D-A95E-81B12070C37D}"/>
              </a:ext>
            </a:extLst>
          </p:cNvPr>
          <p:cNvSpPr/>
          <p:nvPr/>
        </p:nvSpPr>
        <p:spPr>
          <a:xfrm>
            <a:off x="76199" y="1028001"/>
            <a:ext cx="4704471" cy="15209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" tIns="36000">
            <a:spAutoFit/>
          </a:bodyPr>
          <a:lstStyle/>
          <a:p>
            <a:pPr>
              <a:spcBef>
                <a:spcPts val="500"/>
              </a:spcBef>
            </a:pPr>
            <a:r>
              <a:rPr lang="cs-CZ" sz="1200" dirty="0">
                <a:ea typeface="Calibri" panose="020F0502020204030204" pitchFamily="34" charset="0"/>
              </a:rPr>
              <a:t>Zadavatel / </a:t>
            </a:r>
            <a:r>
              <a:rPr lang="en-US" sz="1200" dirty="0">
                <a:ea typeface="Calibri" panose="020F0502020204030204" pitchFamily="34" charset="0"/>
              </a:rPr>
              <a:t>Requester:</a:t>
            </a:r>
            <a:r>
              <a:rPr lang="cs-CZ" sz="1200" dirty="0">
                <a:ea typeface="Calibri" panose="020F0502020204030204" pitchFamily="34" charset="0"/>
              </a:rPr>
              <a:t> </a:t>
            </a:r>
            <a:r>
              <a:rPr lang="en-US" sz="1200" dirty="0">
                <a:ea typeface="Calibri" panose="020F0502020204030204" pitchFamily="34" charset="0"/>
              </a:rPr>
              <a:t>	</a:t>
            </a:r>
          </a:p>
          <a:p>
            <a:pPr>
              <a:spcBef>
                <a:spcPts val="500"/>
              </a:spcBef>
            </a:pPr>
            <a:r>
              <a:rPr lang="cs-CZ" sz="1200" dirty="0">
                <a:ea typeface="Calibri" panose="020F0502020204030204" pitchFamily="34" charset="0"/>
              </a:rPr>
              <a:t>Výroba / </a:t>
            </a:r>
            <a:r>
              <a:rPr lang="en-US" sz="1200" dirty="0">
                <a:ea typeface="Calibri" panose="020F0502020204030204" pitchFamily="34" charset="0"/>
              </a:rPr>
              <a:t>Production:</a:t>
            </a:r>
            <a:r>
              <a:rPr lang="cs-CZ" sz="1200" dirty="0">
                <a:ea typeface="Calibri" panose="020F0502020204030204" pitchFamily="34" charset="0"/>
              </a:rPr>
              <a:t>	</a:t>
            </a:r>
          </a:p>
          <a:p>
            <a:pPr>
              <a:spcBef>
                <a:spcPts val="500"/>
              </a:spcBef>
            </a:pPr>
            <a:r>
              <a:rPr lang="cs-CZ" sz="1200" dirty="0">
                <a:ea typeface="Calibri" panose="020F0502020204030204" pitchFamily="34" charset="0"/>
              </a:rPr>
              <a:t>Linka / Line:		</a:t>
            </a:r>
          </a:p>
          <a:p>
            <a:pPr>
              <a:spcBef>
                <a:spcPts val="500"/>
              </a:spcBef>
            </a:pPr>
            <a:r>
              <a:rPr lang="cs-CZ" sz="1200" dirty="0">
                <a:ea typeface="Calibri" panose="020F0502020204030204" pitchFamily="34" charset="0"/>
              </a:rPr>
              <a:t>Stanice / Station:	</a:t>
            </a:r>
          </a:p>
          <a:p>
            <a:pPr>
              <a:spcBef>
                <a:spcPts val="500"/>
              </a:spcBef>
            </a:pPr>
            <a:r>
              <a:rPr lang="cs-CZ" sz="1200" dirty="0">
                <a:ea typeface="Calibri" panose="020F0502020204030204" pitchFamily="34" charset="0"/>
              </a:rPr>
              <a:t>Autor / </a:t>
            </a:r>
            <a:r>
              <a:rPr lang="en-US" sz="1200" dirty="0">
                <a:ea typeface="Calibri" panose="020F0502020204030204" pitchFamily="34" charset="0"/>
              </a:rPr>
              <a:t>Author:	</a:t>
            </a:r>
          </a:p>
          <a:p>
            <a:pPr>
              <a:spcBef>
                <a:spcPts val="500"/>
              </a:spcBef>
            </a:pPr>
            <a:r>
              <a:rPr lang="cs-CZ" sz="1200" dirty="0">
                <a:ea typeface="Calibri" panose="020F0502020204030204" pitchFamily="34" charset="0"/>
              </a:rPr>
              <a:t>Datum / </a:t>
            </a:r>
            <a:r>
              <a:rPr lang="en-US" sz="1200" dirty="0">
                <a:ea typeface="Calibri" panose="020F0502020204030204" pitchFamily="34" charset="0"/>
              </a:rPr>
              <a:t>Date:  </a:t>
            </a:r>
          </a:p>
        </p:txBody>
      </p:sp>
      <p:sp>
        <p:nvSpPr>
          <p:cNvPr id="17" name="Obdélník 16">
            <a:extLst>
              <a:ext uri="{FF2B5EF4-FFF2-40B4-BE49-F238E27FC236}">
                <a16:creationId xmlns:a16="http://schemas.microsoft.com/office/drawing/2014/main" id="{8CE3EA3D-FA81-436D-8432-A55D75093B32}"/>
              </a:ext>
            </a:extLst>
          </p:cNvPr>
          <p:cNvSpPr/>
          <p:nvPr/>
        </p:nvSpPr>
        <p:spPr>
          <a:xfrm>
            <a:off x="76199" y="2610855"/>
            <a:ext cx="4704471" cy="11862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lIns="36000" tIns="36000" rIns="72000" bIns="72000" rtlCol="0">
            <a:noAutofit/>
          </a:bodyPr>
          <a:lstStyle/>
          <a:p>
            <a:pPr defTabSz="914333">
              <a:spcBef>
                <a:spcPts val="0"/>
              </a:spcBef>
            </a:pPr>
            <a:r>
              <a:rPr lang="cs-CZ" sz="1200" dirty="0">
                <a:latin typeface="+mn-lt"/>
              </a:rPr>
              <a:t>Rozdělovník / </a:t>
            </a:r>
            <a:r>
              <a:rPr lang="en-US" sz="1200" dirty="0">
                <a:latin typeface="+mn-lt"/>
              </a:rPr>
              <a:t>Recipients:</a:t>
            </a:r>
            <a:endParaRPr lang="cs-CZ" sz="1200" dirty="0">
              <a:latin typeface="+mn-lt"/>
            </a:endParaRPr>
          </a:p>
          <a:p>
            <a:pPr defTabSz="914333">
              <a:spcBef>
                <a:spcPts val="0"/>
              </a:spcBef>
            </a:pPr>
            <a:endParaRPr lang="cs-CZ" sz="1200" dirty="0">
              <a:latin typeface="+mn-lt"/>
            </a:endParaRPr>
          </a:p>
          <a:p>
            <a:pPr defTabSz="914333">
              <a:spcBef>
                <a:spcPts val="0"/>
              </a:spcBef>
            </a:pPr>
            <a:endParaRPr lang="cs-CZ" sz="1200" dirty="0">
              <a:latin typeface="+mn-lt"/>
            </a:endParaRPr>
          </a:p>
          <a:p>
            <a:pPr defTabSz="914333">
              <a:spcBef>
                <a:spcPts val="0"/>
              </a:spcBef>
            </a:pPr>
            <a:endParaRPr lang="cs-CZ" sz="1200" dirty="0">
              <a:latin typeface="+mn-lt"/>
            </a:endParaRPr>
          </a:p>
          <a:p>
            <a:pPr defTabSz="914333">
              <a:spcBef>
                <a:spcPts val="0"/>
              </a:spcBef>
            </a:pPr>
            <a:endParaRPr lang="cs-CZ" sz="1200" dirty="0">
              <a:latin typeface="+mn-lt"/>
            </a:endParaRPr>
          </a:p>
          <a:p>
            <a:pPr defTabSz="914333">
              <a:spcBef>
                <a:spcPts val="0"/>
              </a:spcBef>
            </a:pPr>
            <a:endParaRPr lang="cs-CZ" sz="1200" dirty="0">
              <a:latin typeface="+mn-lt"/>
            </a:endParaRPr>
          </a:p>
        </p:txBody>
      </p:sp>
      <p:sp>
        <p:nvSpPr>
          <p:cNvPr id="18" name="Obdélník 17">
            <a:extLst>
              <a:ext uri="{FF2B5EF4-FFF2-40B4-BE49-F238E27FC236}">
                <a16:creationId xmlns:a16="http://schemas.microsoft.com/office/drawing/2014/main" id="{517CF21E-51D3-4A3B-91C8-2148ED5B1479}"/>
              </a:ext>
            </a:extLst>
          </p:cNvPr>
          <p:cNvSpPr/>
          <p:nvPr/>
        </p:nvSpPr>
        <p:spPr>
          <a:xfrm>
            <a:off x="4856430" y="1036800"/>
            <a:ext cx="6056208" cy="498001"/>
          </a:xfrm>
          <a:prstGeom prst="rect">
            <a:avLst/>
          </a:prstGeom>
          <a:solidFill>
            <a:srgbClr val="00B0F0">
              <a:alpha val="50000"/>
            </a:srgbClr>
          </a:solidFill>
          <a:effectLst/>
        </p:spPr>
        <p:txBody>
          <a:bodyPr vert="horz" lIns="36000" tIns="36000" rIns="72000" bIns="72000" rtlCol="0">
            <a:noAutofit/>
          </a:bodyPr>
          <a:lstStyle/>
          <a:p>
            <a:pPr defTabSz="914333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</a:pPr>
            <a:r>
              <a:rPr lang="cs-CZ" sz="1200" dirty="0">
                <a:latin typeface="+mn-lt"/>
              </a:rPr>
              <a:t>Cíl / Target:</a:t>
            </a:r>
          </a:p>
          <a:p>
            <a:pPr defTabSz="914333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</a:pPr>
            <a:endParaRPr lang="cs-CZ" sz="1200" dirty="0">
              <a:latin typeface="+mn-lt"/>
            </a:endParaRPr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CFA09ADA-5CD4-4CF6-A164-4D998E452F97}"/>
              </a:ext>
            </a:extLst>
          </p:cNvPr>
          <p:cNvSpPr/>
          <p:nvPr/>
        </p:nvSpPr>
        <p:spPr>
          <a:xfrm>
            <a:off x="4856430" y="4333377"/>
            <a:ext cx="6056207" cy="1155280"/>
          </a:xfrm>
          <a:prstGeom prst="rect">
            <a:avLst/>
          </a:prstGeom>
          <a:solidFill>
            <a:srgbClr val="00B0F0">
              <a:alpha val="50000"/>
            </a:srgbClr>
          </a:solidFill>
          <a:effectLst/>
        </p:spPr>
        <p:txBody>
          <a:bodyPr vert="horz" lIns="36000" tIns="36000" rIns="72000" bIns="72000" rtlCol="0">
            <a:noAutofit/>
          </a:bodyPr>
          <a:lstStyle/>
          <a:p>
            <a:pPr defTabSz="914333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</a:pPr>
            <a:r>
              <a:rPr lang="cs-CZ" sz="1200" dirty="0">
                <a:latin typeface="+mn-lt"/>
              </a:rPr>
              <a:t>Závěr a další kroky / </a:t>
            </a:r>
            <a:r>
              <a:rPr lang="en-US" sz="1200" dirty="0">
                <a:latin typeface="+mn-lt"/>
              </a:rPr>
              <a:t>Summary and next steps:</a:t>
            </a:r>
            <a:endParaRPr lang="cs-CZ" sz="1200" dirty="0">
              <a:latin typeface="+mn-lt"/>
            </a:endParaRPr>
          </a:p>
          <a:p>
            <a:pPr defTabSz="914333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</a:pPr>
            <a:endParaRPr lang="cs-CZ" sz="1200" dirty="0">
              <a:latin typeface="+mn-lt"/>
            </a:endParaRPr>
          </a:p>
          <a:p>
            <a:pPr defTabSz="914333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</a:pPr>
            <a:endParaRPr lang="cs-CZ" sz="1200" dirty="0">
              <a:latin typeface="+mn-lt"/>
            </a:endParaRPr>
          </a:p>
          <a:p>
            <a:pPr defTabSz="914333">
              <a:lnSpc>
                <a:spcPct val="107000"/>
              </a:lnSpc>
              <a:spcBef>
                <a:spcPts val="500"/>
              </a:spcBef>
              <a:spcAft>
                <a:spcPts val="0"/>
              </a:spcAft>
            </a:pPr>
            <a:endParaRPr lang="cs-CZ" sz="1200" dirty="0">
              <a:latin typeface="+mn-lt"/>
            </a:endParaRPr>
          </a:p>
        </p:txBody>
      </p:sp>
      <p:sp>
        <p:nvSpPr>
          <p:cNvPr id="21" name="Obdélník 51">
            <a:extLst>
              <a:ext uri="{FF2B5EF4-FFF2-40B4-BE49-F238E27FC236}">
                <a16:creationId xmlns:a16="http://schemas.microsoft.com/office/drawing/2014/main" id="{451EF3BA-5EA3-4293-9C38-34E2DF223C9D}"/>
              </a:ext>
            </a:extLst>
          </p:cNvPr>
          <p:cNvSpPr/>
          <p:nvPr/>
        </p:nvSpPr>
        <p:spPr>
          <a:xfrm>
            <a:off x="76199" y="5221472"/>
            <a:ext cx="4704471" cy="2671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36000" tIns="36000">
            <a:spAutoFit/>
          </a:bodyPr>
          <a:lstStyle/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r>
              <a:rPr lang="cs-CZ" sz="1200" dirty="0">
                <a:latin typeface="+mn-lt"/>
                <a:ea typeface="Calibri" panose="020F0502020204030204" pitchFamily="34" charset="0"/>
              </a:rPr>
              <a:t>Projektová dohoda / Contracting:</a:t>
            </a:r>
            <a:endParaRPr lang="en-US" sz="1200" dirty="0">
              <a:latin typeface="+mn-lt"/>
              <a:ea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E5E99B-378F-63CD-FD10-192B7A3D85FA}"/>
              </a:ext>
            </a:extLst>
          </p:cNvPr>
          <p:cNvSpPr txBox="1"/>
          <p:nvPr/>
        </p:nvSpPr>
        <p:spPr>
          <a:xfrm>
            <a:off x="5588000" y="5505907"/>
            <a:ext cx="5305426" cy="1399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r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ProtechS 4D applied for screewing process. If applicable, relevant results are included in this document.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615D65-5329-8C0A-7C14-6F599BB6FC53}"/>
              </a:ext>
            </a:extLst>
          </p:cNvPr>
          <p:cNvGrpSpPr/>
          <p:nvPr/>
        </p:nvGrpSpPr>
        <p:grpSpPr>
          <a:xfrm>
            <a:off x="4860703" y="5507706"/>
            <a:ext cx="946411" cy="139984"/>
            <a:chOff x="4894001" y="5488656"/>
            <a:chExt cx="946411" cy="13998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4163250-936F-3B2A-63BC-4607E3FDDAB9}"/>
                </a:ext>
              </a:extLst>
            </p:cNvPr>
            <p:cNvGrpSpPr/>
            <p:nvPr/>
          </p:nvGrpSpPr>
          <p:grpSpPr>
            <a:xfrm>
              <a:off x="4894001" y="5488656"/>
              <a:ext cx="559061" cy="139984"/>
              <a:chOff x="4894001" y="5488656"/>
              <a:chExt cx="559061" cy="139984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DBCC61E-A414-4E5C-3417-B37D52E35F3F}"/>
                  </a:ext>
                </a:extLst>
              </p:cNvPr>
              <p:cNvSpPr/>
              <p:nvPr/>
            </p:nvSpPr>
            <p:spPr>
              <a:xfrm>
                <a:off x="4894001" y="5505907"/>
                <a:ext cx="109325" cy="122733"/>
              </a:xfrm>
              <a:prstGeom prst="rect">
                <a:avLst/>
              </a:prstGeom>
              <a:noFill/>
              <a:ln w="9525" cap="flat" cmpd="sng" algn="ctr">
                <a:solidFill>
                  <a:srgbClr val="3F136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8BAB510-4533-BDB2-357A-34C7B01A09F0}"/>
                  </a:ext>
                </a:extLst>
              </p:cNvPr>
              <p:cNvSpPr txBox="1"/>
              <p:nvPr/>
            </p:nvSpPr>
            <p:spPr>
              <a:xfrm>
                <a:off x="5035550" y="5488656"/>
                <a:ext cx="417512" cy="139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R="0" algn="l" defTabSz="914400" eaLnBrk="1" fontAlgn="auto" latinLnBrk="0" hangingPunct="1"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Yes</a:t>
                </a:r>
                <a:endPara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61641B6-8A8B-2FB8-86CA-FA3F0092D70B}"/>
                </a:ext>
              </a:extLst>
            </p:cNvPr>
            <p:cNvGrpSpPr/>
            <p:nvPr/>
          </p:nvGrpSpPr>
          <p:grpSpPr>
            <a:xfrm>
              <a:off x="5281351" y="5488656"/>
              <a:ext cx="559061" cy="139984"/>
              <a:chOff x="4894001" y="5488656"/>
              <a:chExt cx="559061" cy="139984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C08D9FE-88FD-92CE-93AE-769EFABD5A09}"/>
                  </a:ext>
                </a:extLst>
              </p:cNvPr>
              <p:cNvSpPr/>
              <p:nvPr/>
            </p:nvSpPr>
            <p:spPr>
              <a:xfrm>
                <a:off x="4894001" y="5505907"/>
                <a:ext cx="109325" cy="122733"/>
              </a:xfrm>
              <a:prstGeom prst="rect">
                <a:avLst/>
              </a:prstGeom>
              <a:noFill/>
              <a:ln w="9525" cap="flat" cmpd="sng" algn="ctr">
                <a:solidFill>
                  <a:srgbClr val="3F136C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Bosch Office Sans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9A76D6-1AB4-3980-A4BC-5797AEB1FE21}"/>
                  </a:ext>
                </a:extLst>
              </p:cNvPr>
              <p:cNvSpPr txBox="1"/>
              <p:nvPr/>
            </p:nvSpPr>
            <p:spPr>
              <a:xfrm>
                <a:off x="5035550" y="5488656"/>
                <a:ext cx="417512" cy="139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R="0" algn="l" defTabSz="914400" eaLnBrk="1" fontAlgn="auto" latinLnBrk="0" hangingPunct="1"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pt-BR" sz="900" kern="0" dirty="0">
                    <a:solidFill>
                      <a:srgbClr val="000000"/>
                    </a:solidFill>
                  </a:rPr>
                  <a:t>No</a:t>
                </a:r>
                <a:endParaRPr kumimoji="0" 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881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0" name="TextovéPole 10">
            <a:extLst>
              <a:ext uri="{FF2B5EF4-FFF2-40B4-BE49-F238E27FC236}">
                <a16:creationId xmlns:a16="http://schemas.microsoft.com/office/drawing/2014/main" id="{FEBDFC19-BCA3-4ACE-95A9-0FF238923F4C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408110" y="2066841"/>
            <a:ext cx="4153404" cy="86177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ct val="111000"/>
              </a:lnSpc>
              <a:buClr>
                <a:srgbClr val="425C8F"/>
              </a:buClr>
              <a:buSzPct val="65000"/>
              <a:buFont typeface="Wingdings" panose="05000000000000000000" pitchFamily="2" charset="2"/>
              <a:buChar char="è"/>
              <a:defRPr sz="3200">
                <a:solidFill>
                  <a:schemeClr val="tx1"/>
                </a:solidFill>
                <a:latin typeface="Bosch Office Sans" panose="020B0604020202020204" pitchFamily="34" charset="0"/>
              </a:defRPr>
            </a:lvl1pPr>
            <a:lvl2pPr marL="742950" indent="-285750">
              <a:lnSpc>
                <a:spcPct val="111000"/>
              </a:lnSpc>
              <a:buClr>
                <a:srgbClr val="425C8F"/>
              </a:buClr>
              <a:buSzPct val="50000"/>
              <a:buFont typeface="Wingdings" panose="05000000000000000000" pitchFamily="2" charset="2"/>
              <a:buChar char=""/>
              <a:defRPr sz="2800">
                <a:solidFill>
                  <a:schemeClr val="tx1"/>
                </a:solidFill>
                <a:latin typeface="Bosch Office Sans" panose="020B0604020202020204" pitchFamily="34" charset="0"/>
              </a:defRPr>
            </a:lvl2pPr>
            <a:lvl3pPr marL="1143000" indent="-228600">
              <a:lnSpc>
                <a:spcPct val="111000"/>
              </a:lnSpc>
              <a:buClr>
                <a:srgbClr val="425C8F"/>
              </a:buClr>
              <a:buSzPct val="50000"/>
              <a:buFont typeface="Wingdings" panose="05000000000000000000" pitchFamily="2" charset="2"/>
              <a:buChar char=""/>
              <a:defRPr sz="2400">
                <a:solidFill>
                  <a:schemeClr val="tx1"/>
                </a:solidFill>
                <a:latin typeface="Bosch Office Sans" panose="020B0604020202020204" pitchFamily="34" charset="0"/>
              </a:defRPr>
            </a:lvl3pPr>
            <a:lvl4pPr marL="1600200" indent="-228600">
              <a:lnSpc>
                <a:spcPct val="111000"/>
              </a:lnSpc>
              <a:buClr>
                <a:srgbClr val="425C8F"/>
              </a:buClr>
              <a:buSzPct val="50000"/>
              <a:buFont typeface="Wingdings" panose="05000000000000000000" pitchFamily="2" charset="2"/>
              <a:buChar char=""/>
              <a:defRPr sz="2000">
                <a:solidFill>
                  <a:schemeClr val="tx1"/>
                </a:solidFill>
                <a:latin typeface="Bosch Office Sans" panose="020B0604020202020204" pitchFamily="34" charset="0"/>
              </a:defRPr>
            </a:lvl4pPr>
            <a:lvl5pPr marL="2057400" indent="-228600">
              <a:lnSpc>
                <a:spcPct val="111000"/>
              </a:lnSpc>
              <a:buClr>
                <a:srgbClr val="425C8F"/>
              </a:buClr>
              <a:buSzPct val="50000"/>
              <a:buFont typeface="Wingdings" panose="05000000000000000000" pitchFamily="2" charset="2"/>
              <a:buChar char=""/>
              <a:defRPr sz="2000">
                <a:solidFill>
                  <a:schemeClr val="tx1"/>
                </a:solidFill>
                <a:latin typeface="Bosch Office Sans" panose="020B0604020202020204" pitchFamily="34" charset="0"/>
              </a:defRPr>
            </a:lvl5pPr>
            <a:lvl6pPr marL="2514600" indent="-22860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425C8F"/>
              </a:buClr>
              <a:buSzPct val="50000"/>
              <a:buFont typeface="Wingdings" panose="05000000000000000000" pitchFamily="2" charset="2"/>
              <a:buChar char=""/>
              <a:defRPr sz="2000">
                <a:solidFill>
                  <a:schemeClr val="tx1"/>
                </a:solidFill>
                <a:latin typeface="Bosch Office Sans" panose="020B0604020202020204" pitchFamily="34" charset="0"/>
              </a:defRPr>
            </a:lvl6pPr>
            <a:lvl7pPr marL="2971800" indent="-22860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425C8F"/>
              </a:buClr>
              <a:buSzPct val="50000"/>
              <a:buFont typeface="Wingdings" panose="05000000000000000000" pitchFamily="2" charset="2"/>
              <a:buChar char=""/>
              <a:defRPr sz="2000">
                <a:solidFill>
                  <a:schemeClr val="tx1"/>
                </a:solidFill>
                <a:latin typeface="Bosch Office Sans" panose="020B0604020202020204" pitchFamily="34" charset="0"/>
              </a:defRPr>
            </a:lvl7pPr>
            <a:lvl8pPr marL="3429000" indent="-22860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425C8F"/>
              </a:buClr>
              <a:buSzPct val="50000"/>
              <a:buFont typeface="Wingdings" panose="05000000000000000000" pitchFamily="2" charset="2"/>
              <a:buChar char=""/>
              <a:defRPr sz="2000">
                <a:solidFill>
                  <a:schemeClr val="tx1"/>
                </a:solidFill>
                <a:latin typeface="Bosch Office Sans" panose="020B0604020202020204" pitchFamily="34" charset="0"/>
              </a:defRPr>
            </a:lvl8pPr>
            <a:lvl9pPr marL="3886200" indent="-228600" eaLnBrk="0" fontAlgn="base" hangingPunct="0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Clr>
                <a:srgbClr val="425C8F"/>
              </a:buClr>
              <a:buSzPct val="50000"/>
              <a:buFont typeface="Wingdings" panose="05000000000000000000" pitchFamily="2" charset="2"/>
              <a:buChar char=""/>
              <a:defRPr sz="2000">
                <a:solidFill>
                  <a:schemeClr val="tx1"/>
                </a:solidFill>
                <a:latin typeface="Bosch Office Sans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None/>
            </a:pPr>
            <a:r>
              <a:rPr lang="cs-CZ" altLang="cs-CZ" sz="1800" b="1" dirty="0"/>
              <a:t>Vyhodnocení aktuální produkce</a:t>
            </a:r>
            <a:endParaRPr lang="de-DE" altLang="cs-CZ" sz="1800" b="1" dirty="0"/>
          </a:p>
          <a:p>
            <a:pPr>
              <a:lnSpc>
                <a:spcPct val="100000"/>
              </a:lnSpc>
              <a:buClrTx/>
              <a:buSzTx/>
              <a:buNone/>
            </a:pPr>
            <a:r>
              <a:rPr lang="de-DE" altLang="cs-CZ" sz="1600" dirty="0"/>
              <a:t>Datum</a:t>
            </a:r>
            <a:r>
              <a:rPr lang="cs-CZ" altLang="cs-CZ" sz="1600" dirty="0"/>
              <a:t> výroby</a:t>
            </a:r>
            <a:r>
              <a:rPr lang="de-DE" altLang="cs-CZ" sz="1600" dirty="0"/>
              <a:t>:</a:t>
            </a:r>
            <a:r>
              <a:rPr lang="cs-CZ" altLang="cs-CZ" sz="1600" dirty="0"/>
              <a:t>	</a:t>
            </a:r>
            <a:r>
              <a:rPr lang="cs-CZ" altLang="cs-CZ" sz="1600" dirty="0" err="1"/>
              <a:t>xxx</a:t>
            </a:r>
            <a:endParaRPr lang="cs-CZ" altLang="cs-CZ" sz="1600" dirty="0"/>
          </a:p>
          <a:p>
            <a:pPr>
              <a:lnSpc>
                <a:spcPct val="100000"/>
              </a:lnSpc>
              <a:buClrTx/>
              <a:buSzTx/>
              <a:buNone/>
            </a:pPr>
            <a:r>
              <a:rPr lang="de-DE" altLang="cs-CZ" sz="1600" dirty="0"/>
              <a:t>Link</a:t>
            </a:r>
            <a:r>
              <a:rPr lang="cs-CZ" altLang="cs-CZ" sz="1600" dirty="0"/>
              <a:t> na výsledky</a:t>
            </a:r>
            <a:r>
              <a:rPr lang="de-DE" altLang="cs-CZ" sz="1600" dirty="0"/>
              <a:t>:</a:t>
            </a:r>
            <a:r>
              <a:rPr lang="cs-CZ" altLang="cs-CZ" sz="1600" dirty="0"/>
              <a:t>	</a:t>
            </a:r>
            <a:r>
              <a:rPr lang="de-DE" altLang="cs-CZ" sz="1600" dirty="0"/>
              <a:t>  </a:t>
            </a:r>
          </a:p>
        </p:txBody>
      </p:sp>
      <p:pic>
        <p:nvPicPr>
          <p:cNvPr id="8" name="Obrázek 1" descr="image001">
            <a:extLst>
              <a:ext uri="{FF2B5EF4-FFF2-40B4-BE49-F238E27FC236}">
                <a16:creationId xmlns:a16="http://schemas.microsoft.com/office/drawing/2014/main" id="{003FBA03-F9BD-4C2A-AEBB-495FFA555EBC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162" y="53870"/>
            <a:ext cx="1675475" cy="94385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" name="Zástupný text 1">
            <a:extLst>
              <a:ext uri="{FF2B5EF4-FFF2-40B4-BE49-F238E27FC236}">
                <a16:creationId xmlns:a16="http://schemas.microsoft.com/office/drawing/2014/main" id="{C94B8B27-52F8-41D3-AA14-507531CA755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59080" y="259200"/>
            <a:ext cx="10452100" cy="388800"/>
          </a:xfrm>
        </p:spPr>
        <p:txBody>
          <a:bodyPr/>
          <a:lstStyle/>
          <a:p>
            <a:r>
              <a:rPr lang="cs-CZ" sz="2400" dirty="0"/>
              <a:t>TEF1 Zpráva / Report: </a:t>
            </a:r>
            <a:r>
              <a:rPr lang="cs-CZ" sz="1400" i="1" kern="0" dirty="0">
                <a:solidFill>
                  <a:srgbClr val="FFFFFF">
                    <a:lumMod val="65000"/>
                  </a:srgbClr>
                </a:solidFill>
                <a:latin typeface="Bosch Office Sans"/>
              </a:rPr>
              <a:t>(</a:t>
            </a:r>
            <a:r>
              <a:rPr lang="cs-CZ" sz="1400" i="1" kern="0" dirty="0">
                <a:solidFill>
                  <a:schemeClr val="bg2"/>
                </a:solidFill>
                <a:latin typeface="Bosch Office Sans"/>
              </a:rPr>
              <a:t>vyplnit číslo dle interních </a:t>
            </a:r>
            <a:r>
              <a:rPr lang="cs-CZ" sz="1400" i="1" kern="0" dirty="0">
                <a:solidFill>
                  <a:srgbClr val="FFFFFF">
                    <a:lumMod val="65000"/>
                  </a:srgbClr>
                </a:solidFill>
                <a:latin typeface="Bosch Office Sans"/>
              </a:rPr>
              <a:t>TEF1 pravidel)</a:t>
            </a:r>
            <a:r>
              <a:rPr lang="cs-CZ" sz="1400" dirty="0"/>
              <a:t>  </a:t>
            </a:r>
            <a:endParaRPr lang="en-AU" sz="2400" dirty="0"/>
          </a:p>
        </p:txBody>
      </p:sp>
      <p:sp>
        <p:nvSpPr>
          <p:cNvPr id="12" name="Nadpis 2">
            <a:extLst>
              <a:ext uri="{FF2B5EF4-FFF2-40B4-BE49-F238E27FC236}">
                <a16:creationId xmlns:a16="http://schemas.microsoft.com/office/drawing/2014/main" id="{15761880-08F5-4D86-89F3-6BC68AD28700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cs-CZ" sz="2000" dirty="0"/>
              <a:t>Téma / </a:t>
            </a:r>
            <a:r>
              <a:rPr lang="en-US" sz="2000" dirty="0"/>
              <a:t>Theme: 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C95D5D2D-98D0-4042-8D13-CF7F53FE6A15}"/>
              </a:ext>
            </a:extLst>
          </p:cNvPr>
          <p:cNvSpPr txBox="1"/>
          <p:nvPr/>
        </p:nvSpPr>
        <p:spPr>
          <a:xfrm>
            <a:off x="683874" y="1065465"/>
            <a:ext cx="8626516" cy="720270"/>
          </a:xfrm>
          <a:prstGeom prst="rect">
            <a:avLst/>
          </a:prstGeom>
          <a:solidFill>
            <a:srgbClr val="66FF99"/>
          </a:solidFill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Slide relevantní pouze pro evidenci výsledků v </a:t>
            </a:r>
            <a:r>
              <a:rPr kumimoji="0" lang="cs-CZ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Safe</a:t>
            </a:r>
            <a:r>
              <a:rPr kumimoji="0" lang="cs-CZ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cs-CZ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Launch</a:t>
            </a:r>
            <a:r>
              <a:rPr kumimoji="0" lang="cs-CZ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sz="2000" kern="0" dirty="0">
                <a:solidFill>
                  <a:srgbClr val="000000"/>
                </a:solidFill>
              </a:rPr>
              <a:t>Pokud se nejedná o SL, slide vymazat.</a:t>
            </a:r>
            <a:endParaRPr kumimoji="0" lang="en-A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121A9BB9-A26E-4BEA-8F0D-99A8476991F9}"/>
              </a:ext>
            </a:extLst>
          </p:cNvPr>
          <p:cNvSpPr txBox="1"/>
          <p:nvPr/>
        </p:nvSpPr>
        <p:spPr>
          <a:xfrm>
            <a:off x="2258060" y="3658885"/>
            <a:ext cx="2633980" cy="5613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200" b="0" i="1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Vložit odkaz na snímek s nejnovějšími výsledky produkce (Vložit – Náhled – Náhled snímku – vybrat daný snímek)</a:t>
            </a:r>
            <a:endParaRPr kumimoji="0" lang="en-AU" sz="1200" b="0" i="1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7" name="Šipka: doprava 6">
            <a:extLst>
              <a:ext uri="{FF2B5EF4-FFF2-40B4-BE49-F238E27FC236}">
                <a16:creationId xmlns:a16="http://schemas.microsoft.com/office/drawing/2014/main" id="{99A0D759-F189-43D0-85E2-5F7ECC205EC6}"/>
              </a:ext>
            </a:extLst>
          </p:cNvPr>
          <p:cNvSpPr/>
          <p:nvPr/>
        </p:nvSpPr>
        <p:spPr>
          <a:xfrm>
            <a:off x="4892040" y="3939540"/>
            <a:ext cx="320040" cy="167640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Náhled snímku 15">
                <a:extLst>
                  <a:ext uri="{FF2B5EF4-FFF2-40B4-BE49-F238E27FC236}">
                    <a16:creationId xmlns:a16="http://schemas.microsoft.com/office/drawing/2014/main" id="{AC85984D-5273-432D-8434-AFAD0207E56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42380564"/>
                  </p:ext>
                </p:extLst>
              </p:nvPr>
            </p:nvGraphicFramePr>
            <p:xfrm>
              <a:off x="5294312" y="2685162"/>
              <a:ext cx="2742406" cy="1542653"/>
            </p:xfrm>
            <a:graphic>
              <a:graphicData uri="http://schemas.microsoft.com/office/powerpoint/2016/slidezoom">
                <pslz:sldZm>
                  <pslz:sldZmObj sldId="273" cId="985822077">
                    <pslz:zmPr id="{B7E65199-B22D-4BF1-ADD0-31D3C4501BEE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42406" cy="154265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Náhled snímku 1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AC85984D-5273-432D-8434-AFAD0207E56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94312" y="2685162"/>
                <a:ext cx="2742406" cy="154265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593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délník 17">
            <a:extLst>
              <a:ext uri="{FF2B5EF4-FFF2-40B4-BE49-F238E27FC236}">
                <a16:creationId xmlns:a16="http://schemas.microsoft.com/office/drawing/2014/main" id="{F7715F2F-09CE-49B8-B38A-FAD9F0A3D334}"/>
              </a:ext>
            </a:extLst>
          </p:cNvPr>
          <p:cNvSpPr/>
          <p:nvPr/>
        </p:nvSpPr>
        <p:spPr>
          <a:xfrm>
            <a:off x="33405" y="1036762"/>
            <a:ext cx="5279887" cy="120097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19" name="Obdélník 18">
            <a:extLst>
              <a:ext uri="{FF2B5EF4-FFF2-40B4-BE49-F238E27FC236}">
                <a16:creationId xmlns:a16="http://schemas.microsoft.com/office/drawing/2014/main" id="{8E48250A-A45B-4822-A25E-1BE84ACFB73B}"/>
              </a:ext>
            </a:extLst>
          </p:cNvPr>
          <p:cNvSpPr/>
          <p:nvPr/>
        </p:nvSpPr>
        <p:spPr>
          <a:xfrm>
            <a:off x="18165" y="1006281"/>
            <a:ext cx="5461884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r>
              <a:rPr lang="cs-CZ" sz="1200" dirty="0">
                <a:latin typeface="+mn-lt"/>
                <a:ea typeface="Calibri" panose="020F0502020204030204" pitchFamily="34" charset="0"/>
              </a:rPr>
              <a:t>Proces / </a:t>
            </a:r>
            <a:r>
              <a:rPr lang="en-US" sz="1200" dirty="0"/>
              <a:t>Process</a:t>
            </a:r>
            <a:r>
              <a:rPr lang="cs-CZ" sz="1200" dirty="0">
                <a:latin typeface="+mn-lt"/>
                <a:ea typeface="Calibri" panose="020F0502020204030204" pitchFamily="34" charset="0"/>
              </a:rPr>
              <a:t>:		</a:t>
            </a:r>
          </a:p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r>
              <a:rPr lang="cs-CZ" sz="1200" dirty="0">
                <a:latin typeface="+mn-lt"/>
                <a:ea typeface="Calibri" panose="020F0502020204030204" pitchFamily="34" charset="0"/>
              </a:rPr>
              <a:t>Linka / </a:t>
            </a:r>
            <a:r>
              <a:rPr lang="cs-CZ" sz="1200" dirty="0">
                <a:ea typeface="Calibri" panose="020F0502020204030204" pitchFamily="34" charset="0"/>
              </a:rPr>
              <a:t>Line</a:t>
            </a:r>
            <a:r>
              <a:rPr lang="cs-CZ" sz="1200" dirty="0">
                <a:latin typeface="+mn-lt"/>
                <a:ea typeface="Calibri" panose="020F0502020204030204" pitchFamily="34" charset="0"/>
              </a:rPr>
              <a:t>:	</a:t>
            </a:r>
            <a:r>
              <a:rPr lang="cs-CZ" sz="1200" dirty="0">
                <a:ea typeface="Calibri" panose="020F0502020204030204" pitchFamily="34" charset="0"/>
              </a:rPr>
              <a:t> 		</a:t>
            </a:r>
            <a:endParaRPr lang="cs-CZ" sz="1200" dirty="0">
              <a:latin typeface="+mn-lt"/>
              <a:ea typeface="Calibri" panose="020F0502020204030204" pitchFamily="34" charset="0"/>
            </a:endParaRPr>
          </a:p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r>
              <a:rPr lang="cs-CZ" sz="1200" dirty="0">
                <a:latin typeface="+mn-lt"/>
                <a:ea typeface="Calibri" panose="020F0502020204030204" pitchFamily="34" charset="0"/>
              </a:rPr>
              <a:t>Stanice / </a:t>
            </a:r>
            <a:r>
              <a:rPr lang="cs-CZ" sz="1200" dirty="0">
                <a:ea typeface="Calibri" panose="020F0502020204030204" pitchFamily="34" charset="0"/>
              </a:rPr>
              <a:t>Station</a:t>
            </a:r>
            <a:r>
              <a:rPr lang="cs-CZ" sz="1200" dirty="0">
                <a:latin typeface="+mn-lt"/>
                <a:ea typeface="Calibri" panose="020F0502020204030204" pitchFamily="34" charset="0"/>
              </a:rPr>
              <a:t>:</a:t>
            </a:r>
            <a:r>
              <a:rPr lang="cs-CZ" sz="1200" dirty="0">
                <a:ea typeface="Calibri" panose="020F0502020204030204" pitchFamily="34" charset="0"/>
              </a:rPr>
              <a:t> 		 </a:t>
            </a:r>
            <a:r>
              <a:rPr lang="cs-CZ" sz="1200" dirty="0">
                <a:latin typeface="+mn-lt"/>
                <a:ea typeface="Calibri" panose="020F0502020204030204" pitchFamily="34" charset="0"/>
              </a:rPr>
              <a:t>	</a:t>
            </a:r>
          </a:p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r>
              <a:rPr lang="cs-CZ" sz="1200" dirty="0">
                <a:latin typeface="+mn-lt"/>
                <a:ea typeface="Calibri" panose="020F0502020204030204" pitchFamily="34" charset="0"/>
              </a:rPr>
              <a:t>Číslo produktu / </a:t>
            </a:r>
            <a:r>
              <a:rPr lang="de-DE" sz="1200" dirty="0"/>
              <a:t>Typ</a:t>
            </a:r>
            <a:r>
              <a:rPr lang="cs-CZ" sz="1200" dirty="0"/>
              <a:t>e</a:t>
            </a:r>
            <a:r>
              <a:rPr lang="cs-CZ" sz="1200" dirty="0">
                <a:latin typeface="+mn-lt"/>
              </a:rPr>
              <a:t> </a:t>
            </a:r>
            <a:r>
              <a:rPr lang="de-DE" sz="1200" dirty="0"/>
              <a:t>N</a:t>
            </a:r>
            <a:r>
              <a:rPr lang="cs-CZ" sz="1200" dirty="0"/>
              <a:t>o</a:t>
            </a:r>
            <a:r>
              <a:rPr lang="cs-CZ" sz="1200" dirty="0">
                <a:latin typeface="+mn-lt"/>
                <a:ea typeface="Calibri" panose="020F0502020204030204" pitchFamily="34" charset="0"/>
              </a:rPr>
              <a:t>: 	</a:t>
            </a:r>
          </a:p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r>
              <a:rPr lang="cs-CZ" sz="1200" dirty="0">
                <a:latin typeface="+mn-lt"/>
                <a:ea typeface="Calibri" panose="020F0502020204030204" pitchFamily="34" charset="0"/>
              </a:rPr>
              <a:t>Datum produkce / </a:t>
            </a:r>
            <a:r>
              <a:rPr lang="en-US" sz="1200" dirty="0"/>
              <a:t>Date of production</a:t>
            </a:r>
            <a:r>
              <a:rPr lang="en-US" sz="1200" dirty="0">
                <a:latin typeface="+mn-lt"/>
                <a:ea typeface="Calibri" panose="020F0502020204030204" pitchFamily="34" charset="0"/>
              </a:rPr>
              <a:t>: 	</a:t>
            </a:r>
            <a:r>
              <a:rPr lang="en-US" sz="1200" dirty="0">
                <a:ea typeface="Calibri" panose="020F0502020204030204" pitchFamily="34" charset="0"/>
              </a:rPr>
              <a:t> </a:t>
            </a:r>
            <a:r>
              <a:rPr lang="en-US" sz="1200" dirty="0">
                <a:latin typeface="+mn-lt"/>
                <a:ea typeface="Calibri" panose="020F0502020204030204" pitchFamily="34" charset="0"/>
              </a:rPr>
              <a:t>   </a:t>
            </a:r>
            <a:r>
              <a:rPr lang="cs-CZ" sz="1200" dirty="0">
                <a:latin typeface="+mn-lt"/>
                <a:ea typeface="Calibri" panose="020F0502020204030204" pitchFamily="34" charset="0"/>
              </a:rPr>
              <a:t>	</a:t>
            </a:r>
            <a:endParaRPr lang="en-GB" sz="1200" dirty="0">
              <a:latin typeface="+mn-lt"/>
              <a:ea typeface="Calibri" panose="020F0502020204030204" pitchFamily="34" charset="0"/>
            </a:endParaRPr>
          </a:p>
        </p:txBody>
      </p:sp>
      <p:sp>
        <p:nvSpPr>
          <p:cNvPr id="36" name="Zástupný symbol pro obsah 3">
            <a:extLst>
              <a:ext uri="{FF2B5EF4-FFF2-40B4-BE49-F238E27FC236}">
                <a16:creationId xmlns:a16="http://schemas.microsoft.com/office/drawing/2014/main" id="{620E131B-424D-4EBC-9DF7-B9E757A06B3A}"/>
              </a:ext>
            </a:extLst>
          </p:cNvPr>
          <p:cNvSpPr txBox="1">
            <a:spLocks/>
          </p:cNvSpPr>
          <p:nvPr/>
        </p:nvSpPr>
        <p:spPr>
          <a:xfrm>
            <a:off x="47464" y="2270804"/>
            <a:ext cx="5279887" cy="33578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lIns="72000" tIns="72000" rIns="72000" bIns="72000" rtlCol="0">
            <a:noAutofit/>
          </a:bodyPr>
          <a:lstStyle>
            <a:lvl1pPr marL="251982" indent="-251982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7563" indent="-27358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Wingdings 3" panose="05040102010807070707" pitchFamily="18" charset="2"/>
              <a:buChar char="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746" indent="-205185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 typeface="Bosch Office Sans" pitchFamily="2" charset="0"/>
              <a:buChar char="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32331" indent="-183586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00"/>
          </a:p>
        </p:txBody>
      </p:sp>
      <p:graphicFrame>
        <p:nvGraphicFramePr>
          <p:cNvPr id="2" name="Objekt 1">
            <a:extLst>
              <a:ext uri="{FF2B5EF4-FFF2-40B4-BE49-F238E27FC236}">
                <a16:creationId xmlns:a16="http://schemas.microsoft.com/office/drawing/2014/main" id="{ABDDD848-CF62-4185-B65D-B4B286023D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8243211"/>
              </p:ext>
            </p:extLst>
          </p:nvPr>
        </p:nvGraphicFramePr>
        <p:xfrm>
          <a:off x="5418138" y="2270125"/>
          <a:ext cx="5613400" cy="345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312991" imgH="2522330" progId="Excel.Sheet.12">
                  <p:embed/>
                </p:oleObj>
              </mc:Choice>
              <mc:Fallback>
                <p:oleObj name="Worksheet" r:id="rId3" imgW="4312991" imgH="2522330" progId="Excel.Sheet.12">
                  <p:embed/>
                  <p:pic>
                    <p:nvPicPr>
                      <p:cNvPr id="2" name="Objekt 1">
                        <a:extLst>
                          <a:ext uri="{FF2B5EF4-FFF2-40B4-BE49-F238E27FC236}">
                            <a16:creationId xmlns:a16="http://schemas.microsoft.com/office/drawing/2014/main" id="{ABDDD848-CF62-4185-B65D-B4B286023D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418138" y="2270125"/>
                        <a:ext cx="5613400" cy="3457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ovéPole 36">
            <a:extLst>
              <a:ext uri="{FF2B5EF4-FFF2-40B4-BE49-F238E27FC236}">
                <a16:creationId xmlns:a16="http://schemas.microsoft.com/office/drawing/2014/main" id="{014D4953-461F-42C2-872B-1E0D7C420E75}"/>
              </a:ext>
            </a:extLst>
          </p:cNvPr>
          <p:cNvSpPr txBox="1"/>
          <p:nvPr/>
        </p:nvSpPr>
        <p:spPr>
          <a:xfrm>
            <a:off x="7812376" y="1147984"/>
            <a:ext cx="1404852" cy="31929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sz="1200" kern="0" dirty="0">
                <a:solidFill>
                  <a:srgbClr val="000000"/>
                </a:solidFill>
              </a:rPr>
              <a:t>Statistika / </a:t>
            </a:r>
            <a:r>
              <a:rPr lang="en-US" sz="1200" kern="0" dirty="0">
                <a:solidFill>
                  <a:srgbClr val="000000"/>
                </a:solidFill>
              </a:rPr>
              <a:t>Statistics</a:t>
            </a:r>
            <a:r>
              <a:rPr lang="cs-CZ" sz="1200" kern="0" dirty="0">
                <a:solidFill>
                  <a:srgbClr val="000000"/>
                </a:solidFill>
              </a:rPr>
              <a:t>:</a:t>
            </a:r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F3BC48BE-2E51-4EB6-A2C2-1C25897030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605532"/>
              </p:ext>
            </p:extLst>
          </p:nvPr>
        </p:nvGraphicFramePr>
        <p:xfrm>
          <a:off x="5427824" y="1505325"/>
          <a:ext cx="549433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857598" imgH="666917" progId="Excel.Sheet.12">
                  <p:embed/>
                </p:oleObj>
              </mc:Choice>
              <mc:Fallback>
                <p:oleObj name="Worksheet" r:id="rId5" imgW="4857598" imgH="666917" progId="Excel.Sheet.12">
                  <p:embed/>
                  <p:pic>
                    <p:nvPicPr>
                      <p:cNvPr id="5" name="Objekt 4">
                        <a:extLst>
                          <a:ext uri="{FF2B5EF4-FFF2-40B4-BE49-F238E27FC236}">
                            <a16:creationId xmlns:a16="http://schemas.microsoft.com/office/drawing/2014/main" id="{F3BC48BE-2E51-4EB6-A2C2-1C25897030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27824" y="1505325"/>
                        <a:ext cx="5494337" cy="746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Obdélník 19">
            <a:extLst>
              <a:ext uri="{FF2B5EF4-FFF2-40B4-BE49-F238E27FC236}">
                <a16:creationId xmlns:a16="http://schemas.microsoft.com/office/drawing/2014/main" id="{0FDB5CEF-A5BC-4027-A719-653715BA6C78}"/>
              </a:ext>
            </a:extLst>
          </p:cNvPr>
          <p:cNvSpPr/>
          <p:nvPr/>
        </p:nvSpPr>
        <p:spPr>
          <a:xfrm>
            <a:off x="0" y="2263815"/>
            <a:ext cx="50944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ts val="500"/>
              </a:spcBef>
              <a:spcAft>
                <a:spcPts val="0"/>
              </a:spcAft>
              <a:buNone/>
            </a:pPr>
            <a:r>
              <a:rPr lang="cs-CZ" sz="1200" dirty="0">
                <a:latin typeface="+mn-lt"/>
                <a:ea typeface="Calibri" panose="020F0502020204030204" pitchFamily="34" charset="0"/>
              </a:rPr>
              <a:t>Výsledky, vizualizace procesních dat / </a:t>
            </a:r>
            <a:r>
              <a:rPr lang="en-US" sz="1200" dirty="0">
                <a:latin typeface="+mn-lt"/>
                <a:ea typeface="Calibri" panose="020F0502020204030204" pitchFamily="34" charset="0"/>
              </a:rPr>
              <a:t>Results, v</a:t>
            </a:r>
            <a:r>
              <a:rPr lang="en-US" sz="1200" dirty="0"/>
              <a:t>isualization of process data</a:t>
            </a:r>
            <a:endParaRPr lang="en-US" sz="1200" dirty="0">
              <a:latin typeface="+mn-lt"/>
              <a:ea typeface="Calibri" panose="020F0502020204030204" pitchFamily="34" charset="0"/>
            </a:endParaRPr>
          </a:p>
        </p:txBody>
      </p:sp>
      <p:sp>
        <p:nvSpPr>
          <p:cNvPr id="22" name="Zástupný text 1">
            <a:extLst>
              <a:ext uri="{FF2B5EF4-FFF2-40B4-BE49-F238E27FC236}">
                <a16:creationId xmlns:a16="http://schemas.microsoft.com/office/drawing/2014/main" id="{566C25DD-F566-4EBA-B729-EFCD6A57F18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59080" y="259200"/>
            <a:ext cx="10452100" cy="388800"/>
          </a:xfrm>
        </p:spPr>
        <p:txBody>
          <a:bodyPr/>
          <a:lstStyle/>
          <a:p>
            <a:r>
              <a:rPr lang="cs-CZ" sz="2400" dirty="0"/>
              <a:t>TEF1 Zpráva / Report: </a:t>
            </a:r>
            <a:r>
              <a:rPr lang="cs-CZ" sz="1400" i="1" kern="0" dirty="0">
                <a:solidFill>
                  <a:srgbClr val="FFFFFF">
                    <a:lumMod val="65000"/>
                  </a:srgbClr>
                </a:solidFill>
                <a:latin typeface="Bosch Office Sans"/>
              </a:rPr>
              <a:t>(</a:t>
            </a:r>
            <a:r>
              <a:rPr lang="cs-CZ" sz="1400" i="1" kern="0" dirty="0">
                <a:solidFill>
                  <a:schemeClr val="bg2"/>
                </a:solidFill>
                <a:latin typeface="Bosch Office Sans"/>
              </a:rPr>
              <a:t>vyplnit číslo dle interních </a:t>
            </a:r>
            <a:r>
              <a:rPr lang="cs-CZ" sz="1400" i="1" kern="0" dirty="0">
                <a:solidFill>
                  <a:srgbClr val="FFFFFF">
                    <a:lumMod val="65000"/>
                  </a:srgbClr>
                </a:solidFill>
                <a:latin typeface="Bosch Office Sans"/>
              </a:rPr>
              <a:t>TEF1 pravidel)</a:t>
            </a:r>
            <a:r>
              <a:rPr lang="cs-CZ" sz="1400" dirty="0"/>
              <a:t>  </a:t>
            </a:r>
            <a:endParaRPr lang="en-AU" sz="2400" dirty="0"/>
          </a:p>
        </p:txBody>
      </p:sp>
      <p:sp>
        <p:nvSpPr>
          <p:cNvPr id="23" name="Nadpis 2">
            <a:extLst>
              <a:ext uri="{FF2B5EF4-FFF2-40B4-BE49-F238E27FC236}">
                <a16:creationId xmlns:a16="http://schemas.microsoft.com/office/drawing/2014/main" id="{8264DE1D-5C74-45DB-9228-E99A6694AE14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259080" y="648000"/>
            <a:ext cx="10452100" cy="388800"/>
          </a:xfrm>
        </p:spPr>
        <p:txBody>
          <a:bodyPr/>
          <a:lstStyle/>
          <a:p>
            <a:r>
              <a:rPr lang="cs-CZ" sz="2000" dirty="0"/>
              <a:t>Téma / </a:t>
            </a:r>
            <a:r>
              <a:rPr lang="en-US" sz="2000" dirty="0"/>
              <a:t>Theme: </a:t>
            </a:r>
          </a:p>
        </p:txBody>
      </p:sp>
      <p:pic>
        <p:nvPicPr>
          <p:cNvPr id="26" name="Obrázek 1" descr="image001">
            <a:extLst>
              <a:ext uri="{FF2B5EF4-FFF2-40B4-BE49-F238E27FC236}">
                <a16:creationId xmlns:a16="http://schemas.microsoft.com/office/drawing/2014/main" id="{794DB0F7-4BFD-4E3D-9955-0F781F9BFA40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162" y="53870"/>
            <a:ext cx="1675475" cy="94385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0CB6E250-6DE0-4951-A67D-74F5E792DF0D}"/>
              </a:ext>
            </a:extLst>
          </p:cNvPr>
          <p:cNvSpPr txBox="1"/>
          <p:nvPr/>
        </p:nvSpPr>
        <p:spPr>
          <a:xfrm>
            <a:off x="1571603" y="2926133"/>
            <a:ext cx="8626516" cy="1526364"/>
          </a:xfrm>
          <a:prstGeom prst="rect">
            <a:avLst/>
          </a:prstGeom>
          <a:solidFill>
            <a:srgbClr val="66FF99"/>
          </a:solidFill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Slide relevantní pouze pro evidenci výsledků v </a:t>
            </a:r>
            <a:r>
              <a:rPr kumimoji="0" lang="cs-CZ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Safe</a:t>
            </a:r>
            <a:r>
              <a:rPr kumimoji="0" lang="cs-CZ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</a:t>
            </a:r>
            <a:r>
              <a:rPr kumimoji="0" lang="cs-CZ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Launch</a:t>
            </a:r>
            <a:r>
              <a:rPr kumimoji="0" lang="cs-CZ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.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sz="2000" kern="0" dirty="0">
                <a:solidFill>
                  <a:srgbClr val="000000"/>
                </a:solidFill>
              </a:rPr>
              <a:t>Pokud se nejedná o SL, slide vymazat.</a:t>
            </a:r>
          </a:p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sz="2000" kern="0" dirty="0">
                <a:solidFill>
                  <a:srgbClr val="000000"/>
                </a:solidFill>
              </a:rPr>
              <a:t>Vzhled tohoto slidu je možné si libovolně upravit - formát se nehodí na všechny procesy stejně.</a:t>
            </a:r>
            <a:endParaRPr kumimoji="0" lang="en-AU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8" name="TextovéPole 27">
            <a:extLst>
              <a:ext uri="{FF2B5EF4-FFF2-40B4-BE49-F238E27FC236}">
                <a16:creationId xmlns:a16="http://schemas.microsoft.com/office/drawing/2014/main" id="{8E1F287B-9C4E-4BDE-9920-829A02A5B851}"/>
              </a:ext>
            </a:extLst>
          </p:cNvPr>
          <p:cNvSpPr txBox="1"/>
          <p:nvPr/>
        </p:nvSpPr>
        <p:spPr>
          <a:xfrm>
            <a:off x="5705724" y="734028"/>
            <a:ext cx="2633980" cy="3871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kumimoji="0" lang="cs-CZ" sz="1200" b="0" i="1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</a:rPr>
              <a:t>Po 2x kliknutí do tabulky se otevře vložený excel, který lze vyplnit</a:t>
            </a:r>
            <a:endParaRPr kumimoji="0" lang="en-AU" sz="1200" b="0" i="1" u="none" strike="noStrike" kern="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9" name="Šipka: doprava 28">
            <a:extLst>
              <a:ext uri="{FF2B5EF4-FFF2-40B4-BE49-F238E27FC236}">
                <a16:creationId xmlns:a16="http://schemas.microsoft.com/office/drawing/2014/main" id="{149B9A73-155D-4357-9C5B-DD129F2655CB}"/>
              </a:ext>
            </a:extLst>
          </p:cNvPr>
          <p:cNvSpPr/>
          <p:nvPr/>
        </p:nvSpPr>
        <p:spPr>
          <a:xfrm rot="4869382">
            <a:off x="6948084" y="1250501"/>
            <a:ext cx="320040" cy="167640"/>
          </a:xfrm>
          <a:prstGeom prst="rightArrow">
            <a:avLst/>
          </a:prstGeom>
          <a:solidFill>
            <a:schemeClr val="bg1">
              <a:lumMod val="65000"/>
            </a:schemeClr>
          </a:solidFill>
          <a:ln w="952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82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F1DDC8D6-5DD5-4960-AB41-5F4CC61876A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251982" marR="0" lvl="0" indent="-251982" algn="l" defTabSz="914333" rtl="0" eaLnBrk="1" fontAlgn="auto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None/>
              <a:tabLst/>
              <a:defRPr/>
            </a:pPr>
            <a:r>
              <a:rPr kumimoji="0" lang="cs-CZ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TEF1 Zpráva / Report: </a:t>
            </a:r>
            <a:r>
              <a:rPr kumimoji="0" lang="cs-CZ" sz="14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(vyplnit číslo dle interních TEF1 pravidel)</a:t>
            </a:r>
            <a:r>
              <a:rPr kumimoji="0" lang="cs-CZ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 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F4452443-C192-4587-8762-BC6C67718ED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kumimoji="0" lang="cs-CZ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Téma /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Theme: </a:t>
            </a:r>
            <a:endParaRPr lang="en-AU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E3D1A7C-0143-4B50-9BD9-DE01C2C2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4</a:t>
            </a:fld>
            <a:endParaRPr lang="en-US" noProof="1"/>
          </a:p>
        </p:txBody>
      </p:sp>
      <p:pic>
        <p:nvPicPr>
          <p:cNvPr id="5" name="Obrázek 1" descr="image001">
            <a:extLst>
              <a:ext uri="{FF2B5EF4-FFF2-40B4-BE49-F238E27FC236}">
                <a16:creationId xmlns:a16="http://schemas.microsoft.com/office/drawing/2014/main" id="{B191D708-66AD-4621-B11B-A2E5A9A2008F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025" y="55808"/>
            <a:ext cx="1675475" cy="94385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Zástupný symbol pro obsah 4">
            <a:extLst>
              <a:ext uri="{FF2B5EF4-FFF2-40B4-BE49-F238E27FC236}">
                <a16:creationId xmlns:a16="http://schemas.microsoft.com/office/drawing/2014/main" id="{1ED68207-CA5C-4F03-8486-1C47142A4E9B}"/>
              </a:ext>
            </a:extLst>
          </p:cNvPr>
          <p:cNvSpPr txBox="1">
            <a:spLocks/>
          </p:cNvSpPr>
          <p:nvPr/>
        </p:nvSpPr>
        <p:spPr>
          <a:xfrm>
            <a:off x="259080" y="1084728"/>
            <a:ext cx="2657059" cy="388800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/>
              <a:t>Příloha / </a:t>
            </a:r>
            <a:r>
              <a:rPr lang="en-US" sz="2000" dirty="0"/>
              <a:t>Backup</a:t>
            </a:r>
          </a:p>
        </p:txBody>
      </p:sp>
      <p:sp>
        <p:nvSpPr>
          <p:cNvPr id="7" name="Zástupný symbol pro obsah 4">
            <a:extLst>
              <a:ext uri="{FF2B5EF4-FFF2-40B4-BE49-F238E27FC236}">
                <a16:creationId xmlns:a16="http://schemas.microsoft.com/office/drawing/2014/main" id="{9A6E1DC4-BB7C-49DE-8496-1C64B1B4885D}"/>
              </a:ext>
            </a:extLst>
          </p:cNvPr>
          <p:cNvSpPr txBox="1">
            <a:spLocks/>
          </p:cNvSpPr>
          <p:nvPr/>
        </p:nvSpPr>
        <p:spPr>
          <a:xfrm>
            <a:off x="259080" y="1600845"/>
            <a:ext cx="9418320" cy="3926844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bg2"/>
                </a:solidFill>
              </a:rPr>
              <a:t>možné doplnit další detaily, vyhodnocení, obrázky, grafy atp.</a:t>
            </a:r>
          </a:p>
          <a:p>
            <a:r>
              <a:rPr lang="cs-CZ" sz="2000" dirty="0">
                <a:solidFill>
                  <a:schemeClr val="bg2"/>
                </a:solidFill>
              </a:rPr>
              <a:t>prázdné stránky smazat </a:t>
            </a:r>
          </a:p>
          <a:p>
            <a:endParaRPr lang="cs-CZ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450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F1DDC8D6-5DD5-4960-AB41-5F4CC61876A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251982" marR="0" lvl="0" indent="-251982" algn="l" defTabSz="914333" rtl="0" eaLnBrk="1" fontAlgn="auto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None/>
              <a:tabLst/>
              <a:defRPr/>
            </a:pPr>
            <a:r>
              <a:rPr kumimoji="0" lang="cs-CZ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TEF1 Zpráva / Report: </a:t>
            </a:r>
            <a:r>
              <a:rPr kumimoji="0" lang="cs-CZ" sz="14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(vyplnit číslo dle interních TEF1 pravidel)</a:t>
            </a:r>
            <a:r>
              <a:rPr kumimoji="0" lang="cs-CZ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 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F4452443-C192-4587-8762-BC6C67718ED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kumimoji="0" lang="cs-CZ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Téma /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Theme: </a:t>
            </a:r>
            <a:endParaRPr lang="en-AU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E3D1A7C-0143-4B50-9BD9-DE01C2C2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5</a:t>
            </a:fld>
            <a:endParaRPr lang="en-US" noProof="1"/>
          </a:p>
        </p:txBody>
      </p:sp>
      <p:pic>
        <p:nvPicPr>
          <p:cNvPr id="5" name="Obrázek 1" descr="image001">
            <a:extLst>
              <a:ext uri="{FF2B5EF4-FFF2-40B4-BE49-F238E27FC236}">
                <a16:creationId xmlns:a16="http://schemas.microsoft.com/office/drawing/2014/main" id="{B191D708-66AD-4621-B11B-A2E5A9A2008F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025" y="55808"/>
            <a:ext cx="1675475" cy="94385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Zástupný symbol pro obsah 4">
            <a:extLst>
              <a:ext uri="{FF2B5EF4-FFF2-40B4-BE49-F238E27FC236}">
                <a16:creationId xmlns:a16="http://schemas.microsoft.com/office/drawing/2014/main" id="{1ED68207-CA5C-4F03-8486-1C47142A4E9B}"/>
              </a:ext>
            </a:extLst>
          </p:cNvPr>
          <p:cNvSpPr txBox="1">
            <a:spLocks/>
          </p:cNvSpPr>
          <p:nvPr/>
        </p:nvSpPr>
        <p:spPr>
          <a:xfrm>
            <a:off x="259080" y="1084728"/>
            <a:ext cx="2657059" cy="388800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/>
              <a:t>Příloha / </a:t>
            </a:r>
            <a:r>
              <a:rPr lang="en-US" sz="2000" dirty="0"/>
              <a:t>Backup</a:t>
            </a:r>
          </a:p>
        </p:txBody>
      </p:sp>
      <p:sp>
        <p:nvSpPr>
          <p:cNvPr id="7" name="Zástupný symbol pro obsah 4">
            <a:extLst>
              <a:ext uri="{FF2B5EF4-FFF2-40B4-BE49-F238E27FC236}">
                <a16:creationId xmlns:a16="http://schemas.microsoft.com/office/drawing/2014/main" id="{9A6E1DC4-BB7C-49DE-8496-1C64B1B4885D}"/>
              </a:ext>
            </a:extLst>
          </p:cNvPr>
          <p:cNvSpPr txBox="1">
            <a:spLocks/>
          </p:cNvSpPr>
          <p:nvPr/>
        </p:nvSpPr>
        <p:spPr>
          <a:xfrm>
            <a:off x="259080" y="1600845"/>
            <a:ext cx="9418320" cy="3926844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bg2"/>
                </a:solidFill>
              </a:rPr>
              <a:t>možné doplnit další detaily, vyhodnocení, obrázky, grafy atp.</a:t>
            </a:r>
          </a:p>
          <a:p>
            <a:r>
              <a:rPr lang="cs-CZ" sz="2000" dirty="0">
                <a:solidFill>
                  <a:schemeClr val="bg2"/>
                </a:solidFill>
              </a:rPr>
              <a:t>prázdné stránky smazat </a:t>
            </a:r>
          </a:p>
          <a:p>
            <a:endParaRPr lang="cs-CZ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77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F1DDC8D6-5DD5-4960-AB41-5F4CC61876A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251982" marR="0" lvl="0" indent="-251982" algn="l" defTabSz="914333" rtl="0" eaLnBrk="1" fontAlgn="auto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None/>
              <a:tabLst/>
              <a:defRPr/>
            </a:pPr>
            <a:r>
              <a:rPr kumimoji="0" lang="cs-CZ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TEF1 Zpráva / Report: </a:t>
            </a:r>
            <a:r>
              <a:rPr kumimoji="0" lang="cs-CZ" sz="14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(vyplnit číslo dle interních TEF1 pravidel)</a:t>
            </a:r>
            <a:r>
              <a:rPr kumimoji="0" lang="cs-CZ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 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F4452443-C192-4587-8762-BC6C67718ED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kumimoji="0" lang="cs-CZ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Téma /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Theme: </a:t>
            </a:r>
            <a:endParaRPr lang="en-AU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E3D1A7C-0143-4B50-9BD9-DE01C2C2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6</a:t>
            </a:fld>
            <a:endParaRPr lang="en-US" noProof="1"/>
          </a:p>
        </p:txBody>
      </p:sp>
      <p:pic>
        <p:nvPicPr>
          <p:cNvPr id="5" name="Obrázek 1" descr="image001">
            <a:extLst>
              <a:ext uri="{FF2B5EF4-FFF2-40B4-BE49-F238E27FC236}">
                <a16:creationId xmlns:a16="http://schemas.microsoft.com/office/drawing/2014/main" id="{B191D708-66AD-4621-B11B-A2E5A9A2008F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025" y="55808"/>
            <a:ext cx="1675475" cy="94385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Zástupný symbol pro obsah 4">
            <a:extLst>
              <a:ext uri="{FF2B5EF4-FFF2-40B4-BE49-F238E27FC236}">
                <a16:creationId xmlns:a16="http://schemas.microsoft.com/office/drawing/2014/main" id="{1ED68207-CA5C-4F03-8486-1C47142A4E9B}"/>
              </a:ext>
            </a:extLst>
          </p:cNvPr>
          <p:cNvSpPr txBox="1">
            <a:spLocks/>
          </p:cNvSpPr>
          <p:nvPr/>
        </p:nvSpPr>
        <p:spPr>
          <a:xfrm>
            <a:off x="259080" y="1084728"/>
            <a:ext cx="2657059" cy="388800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/>
              <a:t>Příloha / </a:t>
            </a:r>
            <a:r>
              <a:rPr lang="en-US" sz="2000" dirty="0"/>
              <a:t>Backup</a:t>
            </a:r>
          </a:p>
        </p:txBody>
      </p:sp>
      <p:sp>
        <p:nvSpPr>
          <p:cNvPr id="7" name="Zástupný symbol pro obsah 4">
            <a:extLst>
              <a:ext uri="{FF2B5EF4-FFF2-40B4-BE49-F238E27FC236}">
                <a16:creationId xmlns:a16="http://schemas.microsoft.com/office/drawing/2014/main" id="{9A6E1DC4-BB7C-49DE-8496-1C64B1B4885D}"/>
              </a:ext>
            </a:extLst>
          </p:cNvPr>
          <p:cNvSpPr txBox="1">
            <a:spLocks/>
          </p:cNvSpPr>
          <p:nvPr/>
        </p:nvSpPr>
        <p:spPr>
          <a:xfrm>
            <a:off x="259080" y="1600845"/>
            <a:ext cx="9418320" cy="3926844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bg2"/>
                </a:solidFill>
              </a:rPr>
              <a:t>možné doplnit další detaily, vyhodnocení, obrázky, grafy atp.</a:t>
            </a:r>
          </a:p>
          <a:p>
            <a:r>
              <a:rPr lang="cs-CZ" sz="2000" dirty="0">
                <a:solidFill>
                  <a:schemeClr val="bg2"/>
                </a:solidFill>
              </a:rPr>
              <a:t>prázdné stránky smazat </a:t>
            </a:r>
          </a:p>
          <a:p>
            <a:endParaRPr lang="cs-CZ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368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F1DDC8D6-5DD5-4960-AB41-5F4CC61876A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251982" marR="0" lvl="0" indent="-251982" algn="l" defTabSz="914333" rtl="0" eaLnBrk="1" fontAlgn="auto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None/>
              <a:tabLst/>
              <a:defRPr/>
            </a:pPr>
            <a:r>
              <a:rPr kumimoji="0" lang="cs-CZ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TEF1 Zpráva / Report: </a:t>
            </a:r>
            <a:r>
              <a:rPr kumimoji="0" lang="cs-CZ" sz="14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(vyplnit číslo dle interních TEF1 pravidel)</a:t>
            </a:r>
            <a:r>
              <a:rPr kumimoji="0" lang="cs-CZ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 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F4452443-C192-4587-8762-BC6C67718ED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kumimoji="0" lang="cs-CZ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Téma /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Theme: </a:t>
            </a:r>
            <a:endParaRPr lang="en-AU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E3D1A7C-0143-4B50-9BD9-DE01C2C2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7</a:t>
            </a:fld>
            <a:endParaRPr lang="en-US" noProof="1"/>
          </a:p>
        </p:txBody>
      </p:sp>
      <p:pic>
        <p:nvPicPr>
          <p:cNvPr id="5" name="Obrázek 1" descr="image001">
            <a:extLst>
              <a:ext uri="{FF2B5EF4-FFF2-40B4-BE49-F238E27FC236}">
                <a16:creationId xmlns:a16="http://schemas.microsoft.com/office/drawing/2014/main" id="{B191D708-66AD-4621-B11B-A2E5A9A2008F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025" y="55808"/>
            <a:ext cx="1675475" cy="94385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Zástupný symbol pro obsah 4">
            <a:extLst>
              <a:ext uri="{FF2B5EF4-FFF2-40B4-BE49-F238E27FC236}">
                <a16:creationId xmlns:a16="http://schemas.microsoft.com/office/drawing/2014/main" id="{1ED68207-CA5C-4F03-8486-1C47142A4E9B}"/>
              </a:ext>
            </a:extLst>
          </p:cNvPr>
          <p:cNvSpPr txBox="1">
            <a:spLocks/>
          </p:cNvSpPr>
          <p:nvPr/>
        </p:nvSpPr>
        <p:spPr>
          <a:xfrm>
            <a:off x="259080" y="1084728"/>
            <a:ext cx="2657059" cy="388800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/>
              <a:t>Příloha / </a:t>
            </a:r>
            <a:r>
              <a:rPr lang="en-US" sz="2000" dirty="0"/>
              <a:t>Backup</a:t>
            </a:r>
          </a:p>
        </p:txBody>
      </p:sp>
      <p:sp>
        <p:nvSpPr>
          <p:cNvPr id="7" name="Zástupný symbol pro obsah 4">
            <a:extLst>
              <a:ext uri="{FF2B5EF4-FFF2-40B4-BE49-F238E27FC236}">
                <a16:creationId xmlns:a16="http://schemas.microsoft.com/office/drawing/2014/main" id="{9A6E1DC4-BB7C-49DE-8496-1C64B1B4885D}"/>
              </a:ext>
            </a:extLst>
          </p:cNvPr>
          <p:cNvSpPr txBox="1">
            <a:spLocks/>
          </p:cNvSpPr>
          <p:nvPr/>
        </p:nvSpPr>
        <p:spPr>
          <a:xfrm>
            <a:off x="259080" y="1600845"/>
            <a:ext cx="9418320" cy="3926844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bg2"/>
                </a:solidFill>
              </a:rPr>
              <a:t>možné doplnit další detaily, vyhodnocení, obrázky, grafy atp.</a:t>
            </a:r>
          </a:p>
          <a:p>
            <a:r>
              <a:rPr lang="cs-CZ" sz="2000" dirty="0">
                <a:solidFill>
                  <a:schemeClr val="bg2"/>
                </a:solidFill>
              </a:rPr>
              <a:t>prázdné stránky smazat </a:t>
            </a:r>
          </a:p>
          <a:p>
            <a:endParaRPr lang="cs-CZ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53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F1DDC8D6-5DD5-4960-AB41-5F4CC61876A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251982" marR="0" lvl="0" indent="-251982" algn="l" defTabSz="914333" rtl="0" eaLnBrk="1" fontAlgn="auto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None/>
              <a:tabLst/>
              <a:defRPr/>
            </a:pPr>
            <a:r>
              <a:rPr kumimoji="0" lang="cs-CZ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TEF1 Zpráva / Report: </a:t>
            </a:r>
            <a:r>
              <a:rPr kumimoji="0" lang="cs-CZ" sz="14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(vyplnit číslo dle interních TEF1 pravidel)</a:t>
            </a:r>
            <a:r>
              <a:rPr kumimoji="0" lang="cs-CZ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 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F4452443-C192-4587-8762-BC6C67718ED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kumimoji="0" lang="cs-CZ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Téma /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Theme: </a:t>
            </a:r>
            <a:endParaRPr lang="en-AU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E3D1A7C-0143-4B50-9BD9-DE01C2C2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8</a:t>
            </a:fld>
            <a:endParaRPr lang="en-US" noProof="1"/>
          </a:p>
        </p:txBody>
      </p:sp>
      <p:pic>
        <p:nvPicPr>
          <p:cNvPr id="5" name="Obrázek 1" descr="image001">
            <a:extLst>
              <a:ext uri="{FF2B5EF4-FFF2-40B4-BE49-F238E27FC236}">
                <a16:creationId xmlns:a16="http://schemas.microsoft.com/office/drawing/2014/main" id="{B191D708-66AD-4621-B11B-A2E5A9A2008F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025" y="55808"/>
            <a:ext cx="1675475" cy="94385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Zástupný symbol pro obsah 4">
            <a:extLst>
              <a:ext uri="{FF2B5EF4-FFF2-40B4-BE49-F238E27FC236}">
                <a16:creationId xmlns:a16="http://schemas.microsoft.com/office/drawing/2014/main" id="{1ED68207-CA5C-4F03-8486-1C47142A4E9B}"/>
              </a:ext>
            </a:extLst>
          </p:cNvPr>
          <p:cNvSpPr txBox="1">
            <a:spLocks/>
          </p:cNvSpPr>
          <p:nvPr/>
        </p:nvSpPr>
        <p:spPr>
          <a:xfrm>
            <a:off x="259080" y="1084728"/>
            <a:ext cx="2657059" cy="388800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/>
              <a:t>Příloha / </a:t>
            </a:r>
            <a:r>
              <a:rPr lang="en-US" sz="2000" dirty="0"/>
              <a:t>Backup</a:t>
            </a:r>
          </a:p>
        </p:txBody>
      </p:sp>
      <p:sp>
        <p:nvSpPr>
          <p:cNvPr id="7" name="Zástupný symbol pro obsah 4">
            <a:extLst>
              <a:ext uri="{FF2B5EF4-FFF2-40B4-BE49-F238E27FC236}">
                <a16:creationId xmlns:a16="http://schemas.microsoft.com/office/drawing/2014/main" id="{9A6E1DC4-BB7C-49DE-8496-1C64B1B4885D}"/>
              </a:ext>
            </a:extLst>
          </p:cNvPr>
          <p:cNvSpPr txBox="1">
            <a:spLocks/>
          </p:cNvSpPr>
          <p:nvPr/>
        </p:nvSpPr>
        <p:spPr>
          <a:xfrm>
            <a:off x="259080" y="1600845"/>
            <a:ext cx="9418320" cy="3926844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bg2"/>
                </a:solidFill>
              </a:rPr>
              <a:t>možné doplnit další detaily, vyhodnocení, obrázky, grafy atp.</a:t>
            </a:r>
          </a:p>
          <a:p>
            <a:r>
              <a:rPr lang="cs-CZ" sz="2000" dirty="0">
                <a:solidFill>
                  <a:schemeClr val="bg2"/>
                </a:solidFill>
              </a:rPr>
              <a:t>prázdné stránky smazat </a:t>
            </a:r>
          </a:p>
          <a:p>
            <a:endParaRPr lang="cs-CZ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326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F1DDC8D6-5DD5-4960-AB41-5F4CC61876AC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 marL="251982" marR="0" lvl="0" indent="-251982" algn="l" defTabSz="914333" rtl="0" eaLnBrk="1" fontAlgn="auto" latinLnBrk="0" hangingPunct="1">
              <a:lnSpc>
                <a:spcPct val="89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 3" panose="05040102010807070707" pitchFamily="18" charset="2"/>
              <a:buNone/>
              <a:tabLst/>
              <a:defRPr/>
            </a:pPr>
            <a:r>
              <a:rPr kumimoji="0" lang="cs-CZ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TEF1 Zpráva / Report: </a:t>
            </a:r>
            <a:r>
              <a:rPr kumimoji="0" lang="cs-CZ" sz="1400" b="0" i="1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(vyplnit číslo dle interních TEF1 pravidel)</a:t>
            </a:r>
            <a:r>
              <a:rPr kumimoji="0" lang="cs-CZ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sch Office Sans"/>
                <a:ea typeface="+mn-ea"/>
                <a:cs typeface="+mn-cs"/>
              </a:rPr>
              <a:t>  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  <a:p>
            <a:endParaRPr lang="en-AU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F4452443-C192-4587-8762-BC6C67718EDF}"/>
              </a:ext>
            </a:extLst>
          </p:cNvPr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kumimoji="0" lang="cs-CZ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Téma /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BC0"/>
                </a:solidFill>
                <a:effectLst/>
                <a:uLnTx/>
                <a:uFillTx/>
                <a:latin typeface="Bosch Office Sans"/>
                <a:ea typeface="+mj-ea"/>
                <a:cs typeface="+mj-cs"/>
              </a:rPr>
              <a:t>Theme: </a:t>
            </a:r>
            <a:endParaRPr lang="en-AU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E3D1A7C-0143-4B50-9BD9-DE01C2C22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9</a:t>
            </a:fld>
            <a:endParaRPr lang="en-US" noProof="1"/>
          </a:p>
        </p:txBody>
      </p:sp>
      <p:pic>
        <p:nvPicPr>
          <p:cNvPr id="5" name="Obrázek 1" descr="image001">
            <a:extLst>
              <a:ext uri="{FF2B5EF4-FFF2-40B4-BE49-F238E27FC236}">
                <a16:creationId xmlns:a16="http://schemas.microsoft.com/office/drawing/2014/main" id="{B191D708-66AD-4621-B11B-A2E5A9A2008F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025" y="55808"/>
            <a:ext cx="1675475" cy="94385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Zástupný symbol pro obsah 4">
            <a:extLst>
              <a:ext uri="{FF2B5EF4-FFF2-40B4-BE49-F238E27FC236}">
                <a16:creationId xmlns:a16="http://schemas.microsoft.com/office/drawing/2014/main" id="{1ED68207-CA5C-4F03-8486-1C47142A4E9B}"/>
              </a:ext>
            </a:extLst>
          </p:cNvPr>
          <p:cNvSpPr txBox="1">
            <a:spLocks/>
          </p:cNvSpPr>
          <p:nvPr/>
        </p:nvSpPr>
        <p:spPr>
          <a:xfrm>
            <a:off x="259080" y="1084728"/>
            <a:ext cx="2657059" cy="388800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/>
              <a:t>Příloha / </a:t>
            </a:r>
            <a:r>
              <a:rPr lang="en-US" sz="2000" dirty="0"/>
              <a:t>Backup</a:t>
            </a:r>
          </a:p>
        </p:txBody>
      </p:sp>
      <p:sp>
        <p:nvSpPr>
          <p:cNvPr id="7" name="Zástupný symbol pro obsah 4">
            <a:extLst>
              <a:ext uri="{FF2B5EF4-FFF2-40B4-BE49-F238E27FC236}">
                <a16:creationId xmlns:a16="http://schemas.microsoft.com/office/drawing/2014/main" id="{9A6E1DC4-BB7C-49DE-8496-1C64B1B4885D}"/>
              </a:ext>
            </a:extLst>
          </p:cNvPr>
          <p:cNvSpPr txBox="1">
            <a:spLocks/>
          </p:cNvSpPr>
          <p:nvPr/>
        </p:nvSpPr>
        <p:spPr>
          <a:xfrm>
            <a:off x="259080" y="1600845"/>
            <a:ext cx="9418320" cy="3926844"/>
          </a:xfrm>
          <a:prstGeom prst="rect">
            <a:avLst/>
          </a:prstGeom>
        </p:spPr>
        <p:txBody>
          <a:bodyPr/>
          <a:lstStyle>
            <a:lvl1pPr marL="251460" indent="-251460" algn="l" defTabSz="822716" rtl="0" eaLnBrk="1" latinLnBrk="0" hangingPunct="1">
              <a:lnSpc>
                <a:spcPct val="107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8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1pPr>
            <a:lvl2pPr marL="508000" indent="-27432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 typeface="Wingdings 3" panose="05040102010807070707" pitchFamily="18" charset="2"/>
              <a:buChar char=""/>
              <a:defRPr sz="16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2pPr>
            <a:lvl3pPr marL="730250" indent="-204470" algn="l" defTabSz="822716" rtl="0" eaLnBrk="1" latinLnBrk="0" hangingPunct="1">
              <a:lnSpc>
                <a:spcPct val="102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4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3pPr>
            <a:lvl4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4pPr>
            <a:lvl5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5pPr>
            <a:lvl6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6pPr>
            <a:lvl7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7pPr>
            <a:lvl8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8pPr>
            <a:lvl9pPr marL="932180" indent="-184150" algn="l" defTabSz="822716" rtl="0" eaLnBrk="1" latinLnBrk="0" hangingPunct="1">
              <a:lnSpc>
                <a:spcPct val="103000"/>
              </a:lnSpc>
              <a:spcBef>
                <a:spcPts val="500"/>
              </a:spcBef>
              <a:buClrTx/>
              <a:buSzPct val="100000"/>
              <a:buFontTx/>
              <a:buChar char="‒"/>
              <a:defRPr sz="1300" b="0" i="0" u="none" kern="1200" baseline="0">
                <a:solidFill>
                  <a:schemeClr val="tx1"/>
                </a:solidFill>
                <a:latin typeface="Bosch Office Sans" pitchFamily="2" charset="0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bg2"/>
                </a:solidFill>
              </a:rPr>
              <a:t>možné doplnit další detaily, vyhodnocení, obrázky, grafy atp.</a:t>
            </a:r>
          </a:p>
          <a:p>
            <a:r>
              <a:rPr lang="cs-CZ" sz="2000" dirty="0">
                <a:solidFill>
                  <a:schemeClr val="bg2"/>
                </a:solidFill>
              </a:rPr>
              <a:t>prázdné stránky smazat </a:t>
            </a:r>
          </a:p>
          <a:p>
            <a:endParaRPr lang="cs-CZ" sz="2000" dirty="0">
              <a:solidFill>
                <a:schemeClr val="bg2"/>
              </a:solidFill>
            </a:endParaRPr>
          </a:p>
          <a:p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1513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G1_D2_169.PNG" val="image1.png"/>
  <p:tag name="RIGHT_D2.PNG" val="image3.png"/>
  <p:tag name="BG2_D2_169.PNG" val="image4.png"/>
  <p:tag name="SWITCH_BG1_D2_169.JPG" val="image5.png"/>
  <p:tag name="BOTTOM_D2_169.PNG" val="image6.png"/>
  <p:tag name="LOGO2_D2.PNG" val="image7.png"/>
  <p:tag name="BG3_D2_169.PNG" val="image9.png"/>
  <p:tag name="SWITCH_BG2_D2_169.JPG" val="image8.png"/>
  <p:tag name="LOGO1_D2.PNG" val="image2.png"/>
  <p:tag name="MLTEMPLATEVERSION" val="1.0"/>
  <p:tag name="SAXMLTEMPLATE" val="presentation_169n"/>
  <p:tag name="SAXMLCOMPANYNAME" val="bosch"/>
  <p:tag name="SAXCONVERSION" val="1"/>
  <p:tag name="SAXMLCOMPANYNAME_PREVIOUS" val="bosch"/>
  <p:tag name="MLTEMPLATEVERSION_PREVIOUS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Black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" val="-2;-2;-2;-2;-1;-2"/>
  <p:tag name="COLORSETCLASSNAME" val="ColorSet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Black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Black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Blac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Blac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Blac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Black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Black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2"/>
  <p:tag name="COLORS" val="-2;-2;-2;-2;-1;Black"/>
</p:tagLst>
</file>

<file path=ppt/theme/theme1.xml><?xml version="1.0" encoding="utf-8"?>
<a:theme xmlns:a="http://schemas.openxmlformats.org/drawingml/2006/main" name="Bosch NG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E19FDDF8-77FF-48F0-9372-1ECF80E06551}" vid="{661A1EBB-BDC6-40FE-851F-E0ED7408621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presentation_169n</saxMLTemplate>
  <Variablen>
    <Variable>
      <Name>attachmentremark</Name>
      <OrgInhalt/>
      <Wert/>
      <Platzhalter>False</Platzhalter>
      <DocDatenDialog>True</DocDatenDialog>
      <Label>Attachment</Label>
      <FrageVar>False</FrageVar>
      <Prefix/>
      <Suffix/>
      <WegfallVar/>
      <MussFeld>False</MussFeld>
      <InDokument>True</InDokument>
      <Sektion>Rectangle7</Sektion>
      <Reihenfolge>0</Reihenfolge>
    </Variable>
    <Variable>
      <Name>departmentshort</Name>
      <OrgInhalt>JhP/TEF13</OrgInhalt>
      <Wert>FRM-JhP/TEF-076.07 z 24.11.2023</Wert>
      <Platzhalter>False</Platzhalter>
      <DocDatenDialog>True</DocDatenDialog>
      <Label>Authoring</Label>
      <FrageVar>False</FrageVar>
      <Prefix/>
      <Suffix/>
      <WegfallVar/>
      <MussFeld>False</MussFeld>
      <Trenner>
        <VariableVor>confidentiality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confidentiality</Name>
      <OrgInhalt>Internal</OrgInhalt>
      <Wert>Internal</Wert>
      <Platzhalter>False</Platzhalter>
      <DocDatenDialog>True</DocDatenDialog>
      <Label>Notation of confidentiality</Label>
      <FrageVar>False</FrageVar>
      <Prefix/>
      <Suffix/>
      <WegfallVar/>
      <ComboBox>
        <Option>Internal</Option>
        <Option>Confidential</Option>
        <Option>Strictly confidential</Option>
        <Option/>
      </ComboBox>
      <MussFeld>False</MussFeld>
      <InDokument>True</InDokument>
      <Sektion>Bosch_footer_1</Sektion>
      <Reihenfolge>0</Reihenfolge>
    </Variable>
    <Variable>
      <Name>copyright</Name>
      <OrgInhalt>©  BOSCH DIESEL s.r.o. 2021. All rights reserved, also regarding any disposal, exploitation, reproduction, editing, distribution, as well as in the event of applications for industrial property rights.</OrgInhalt>
      <Wert>©  BOSCH DIESEL s.r.o. 2021. All rights reserved, also regarding any disposal, exploitation, reproduction, editing, distribution, as well as in the event of applications for industrial property rights.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2021-11-22</OrgInhalt>
      <Wert/>
      <Platzhalter>False</Platzhalter>
      <DocDatenDialog>True</DocDatenDialog>
      <Label>Date</Label>
      <FrageVar>False</FrageVar>
      <Prefix/>
      <Suffix/>
      <WegfallVar/>
      <MussFeld>False</MussFeld>
      <Trenner>
        <VariableVor>departmentshort</VariableVor>
        <VariableVor>confidentiality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>Powertrain Solutions</OrgInhalt>
      <Wert>Powertrain Solutions</Wert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confidentiality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Filing note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C434768A-265A-4745-9553-A720B2C6631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presentation_169n_1</Template>
  <TotalTime>69</TotalTime>
  <Words>553</Words>
  <Application>Microsoft Office PowerPoint</Application>
  <PresentationFormat>Vlastní</PresentationFormat>
  <Paragraphs>94</Paragraphs>
  <Slides>9</Slides>
  <Notes>0</Notes>
  <HiddenSlides>0</HiddenSlides>
  <MMClips>0</MMClips>
  <ScaleCrop>false</ScaleCrop>
  <HeadingPairs>
    <vt:vector size="8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5" baseType="lpstr">
      <vt:lpstr>Bosch Office Sans</vt:lpstr>
      <vt:lpstr>Calibri</vt:lpstr>
      <vt:lpstr>Wingdings</vt:lpstr>
      <vt:lpstr>Wingdings 3</vt:lpstr>
      <vt:lpstr>Bosch NG</vt:lpstr>
      <vt:lpstr>Worksheet</vt:lpstr>
      <vt:lpstr>Téma / Theme: </vt:lpstr>
      <vt:lpstr>Téma / Theme: </vt:lpstr>
      <vt:lpstr>Téma / Theme: </vt:lpstr>
      <vt:lpstr>Téma / Theme: </vt:lpstr>
      <vt:lpstr>Téma / Theme: </vt:lpstr>
      <vt:lpstr>Téma / Theme: </vt:lpstr>
      <vt:lpstr>Téma / Theme: </vt:lpstr>
      <vt:lpstr>Téma / Theme: </vt:lpstr>
      <vt:lpstr>Téma / Theme: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Novotna Veronika (JhP/TEF13)</dc:creator>
  <cp:lastModifiedBy>Novotna Veronika (JhP/TEF13)</cp:lastModifiedBy>
  <cp:revision>27</cp:revision>
  <dcterms:created xsi:type="dcterms:W3CDTF">2021-11-22T08:45:59Z</dcterms:created>
  <dcterms:modified xsi:type="dcterms:W3CDTF">2023-11-24T09:56:29Z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onfidentiality">
    <vt:lpwstr>$confidentiality_internal$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